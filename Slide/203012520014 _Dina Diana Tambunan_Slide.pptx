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63" r:id="rId2"/>
    <p:sldId id="264" r:id="rId3"/>
    <p:sldId id="265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5" autoAdjust="0"/>
    <p:restoredTop sz="94660"/>
  </p:normalViewPr>
  <p:slideViewPr>
    <p:cSldViewPr snapToGrid="0">
      <p:cViewPr varScale="1">
        <p:scale>
          <a:sx n="62" d="100"/>
          <a:sy n="62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870B48-507B-458A-8C80-08CFDCCA631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F8F6F88-00B2-4ABE-8B64-F375B9E7A3D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MY" sz="2000" b="1" dirty="0" err="1"/>
            <a:t>Dilema</a:t>
          </a:r>
          <a:r>
            <a:rPr lang="en-MY" sz="2000" b="1" dirty="0"/>
            <a:t> Trade-off: </a:t>
          </a:r>
        </a:p>
        <a:p>
          <a:pPr>
            <a:lnSpc>
              <a:spcPct val="100000"/>
            </a:lnSpc>
          </a:pPr>
          <a:r>
            <a:rPr lang="en-MY" sz="2000" dirty="0"/>
            <a:t>Solusi </a:t>
          </a:r>
          <a:r>
            <a:rPr lang="en-MY" sz="2000" dirty="0" err="1"/>
            <a:t>eksak</a:t>
          </a:r>
          <a:r>
            <a:rPr lang="en-MY" sz="2000" dirty="0"/>
            <a:t> </a:t>
          </a:r>
          <a:r>
            <a:rPr lang="en-MY" sz="2000" b="1" dirty="0" err="1"/>
            <a:t>matriks</a:t>
          </a:r>
          <a:r>
            <a:rPr lang="en-MY" sz="2000" dirty="0"/>
            <a:t> (Normal Equation) vs </a:t>
          </a:r>
          <a:r>
            <a:rPr lang="en-MY" sz="2000" dirty="0" err="1"/>
            <a:t>skalabilitas</a:t>
          </a:r>
          <a:r>
            <a:rPr lang="en-MY" sz="2000" dirty="0"/>
            <a:t> </a:t>
          </a:r>
          <a:r>
            <a:rPr lang="en-MY" sz="2000" b="1" dirty="0" err="1"/>
            <a:t>iteratif</a:t>
          </a:r>
          <a:r>
            <a:rPr lang="en-MY" sz="2000" dirty="0"/>
            <a:t> (Gradient Descent).</a:t>
          </a:r>
          <a:endParaRPr lang="en-US" sz="2000" dirty="0"/>
        </a:p>
      </dgm:t>
    </dgm:pt>
    <dgm:pt modelId="{73E61437-D2F7-45E2-BADF-3A94F03C3478}" type="parTrans" cxnId="{69943796-4B40-461B-AAE1-B3E27965FB7F}">
      <dgm:prSet/>
      <dgm:spPr/>
      <dgm:t>
        <a:bodyPr/>
        <a:lstStyle/>
        <a:p>
          <a:endParaRPr lang="en-US"/>
        </a:p>
      </dgm:t>
    </dgm:pt>
    <dgm:pt modelId="{A832AE6E-EB1B-4099-BF0F-1AAEC7C7617C}" type="sibTrans" cxnId="{69943796-4B40-461B-AAE1-B3E27965FB7F}">
      <dgm:prSet/>
      <dgm:spPr/>
      <dgm:t>
        <a:bodyPr/>
        <a:lstStyle/>
        <a:p>
          <a:endParaRPr lang="en-US"/>
        </a:p>
      </dgm:t>
    </dgm:pt>
    <dgm:pt modelId="{4300B8B2-FA58-4C2E-ACE4-C59B8A2F633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MY" sz="2000" b="1" dirty="0"/>
            <a:t>Gap </a:t>
          </a:r>
          <a:r>
            <a:rPr lang="en-MY" sz="2000" b="1" dirty="0" err="1"/>
            <a:t>Penelitian</a:t>
          </a:r>
          <a:r>
            <a:rPr lang="en-MY" sz="2000" b="1" dirty="0"/>
            <a:t>: </a:t>
          </a:r>
          <a:r>
            <a:rPr lang="en-MY" sz="2000" dirty="0" err="1"/>
            <a:t>Pengujian</a:t>
          </a:r>
          <a:r>
            <a:rPr lang="en-MY" sz="2000" dirty="0"/>
            <a:t> di Python </a:t>
          </a:r>
          <a:r>
            <a:rPr lang="en-MY" sz="2000" dirty="0" err="1"/>
            <a:t>menyembunyikan</a:t>
          </a:r>
          <a:r>
            <a:rPr lang="en-MY" sz="2000" dirty="0"/>
            <a:t> </a:t>
          </a:r>
          <a:r>
            <a:rPr lang="en-MY" sz="2000" dirty="0" err="1"/>
            <a:t>konsumsi</a:t>
          </a:r>
          <a:r>
            <a:rPr lang="en-MY" sz="2000" dirty="0"/>
            <a:t> </a:t>
          </a:r>
          <a:r>
            <a:rPr lang="en-MY" sz="2000" dirty="0" err="1"/>
            <a:t>memori</a:t>
          </a:r>
          <a:r>
            <a:rPr lang="en-MY" sz="2000" dirty="0"/>
            <a:t> </a:t>
          </a:r>
          <a:r>
            <a:rPr lang="en-MY" sz="2000" dirty="0" err="1"/>
            <a:t>asli</a:t>
          </a:r>
          <a:r>
            <a:rPr lang="en-MY" sz="2000" dirty="0"/>
            <a:t> </a:t>
          </a:r>
          <a:r>
            <a:rPr lang="en-MY" sz="2000" dirty="0" err="1"/>
            <a:t>perangkat</a:t>
          </a:r>
          <a:r>
            <a:rPr lang="en-MY" sz="2000" dirty="0"/>
            <a:t> </a:t>
          </a:r>
          <a:r>
            <a:rPr lang="en-MY" sz="2000" dirty="0" err="1"/>
            <a:t>keras</a:t>
          </a:r>
          <a:r>
            <a:rPr lang="en-MY" sz="2000" dirty="0"/>
            <a:t>; </a:t>
          </a:r>
          <a:r>
            <a:rPr lang="en-MY" sz="2000" dirty="0" err="1"/>
            <a:t>diperlukan</a:t>
          </a:r>
          <a:r>
            <a:rPr lang="en-MY" sz="2000" dirty="0"/>
            <a:t> </a:t>
          </a:r>
          <a:r>
            <a:rPr lang="en-MY" sz="2000" dirty="0" err="1"/>
            <a:t>implementasi</a:t>
          </a:r>
          <a:r>
            <a:rPr lang="en-MY" sz="2000" dirty="0"/>
            <a:t> C++ from scratch.</a:t>
          </a:r>
          <a:endParaRPr lang="en-US" sz="2000" dirty="0"/>
        </a:p>
      </dgm:t>
    </dgm:pt>
    <dgm:pt modelId="{4A4A902D-484A-4A4E-94D7-2884759BFBF4}" type="parTrans" cxnId="{A1B7B46A-1D0A-4B96-9A2B-E27B7606B1EF}">
      <dgm:prSet/>
      <dgm:spPr/>
      <dgm:t>
        <a:bodyPr/>
        <a:lstStyle/>
        <a:p>
          <a:endParaRPr lang="en-US"/>
        </a:p>
      </dgm:t>
    </dgm:pt>
    <dgm:pt modelId="{E462BDE3-B142-4AF4-8828-1047ABE7BCDC}" type="sibTrans" cxnId="{A1B7B46A-1D0A-4B96-9A2B-E27B7606B1EF}">
      <dgm:prSet/>
      <dgm:spPr/>
      <dgm:t>
        <a:bodyPr/>
        <a:lstStyle/>
        <a:p>
          <a:endParaRPr lang="en-US"/>
        </a:p>
      </dgm:t>
    </dgm:pt>
    <dgm:pt modelId="{ED83162A-F95E-4713-ABE7-745E368DE45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MY" sz="2000" b="1" dirty="0"/>
            <a:t>Tujuan : </a:t>
          </a:r>
          <a:r>
            <a:rPr lang="en-MY" sz="2000" dirty="0" err="1"/>
            <a:t>Menguji</a:t>
          </a:r>
          <a:r>
            <a:rPr lang="en-MY" sz="2000" dirty="0"/>
            <a:t> </a:t>
          </a:r>
          <a:r>
            <a:rPr lang="en-MY" sz="2000" dirty="0" err="1"/>
            <a:t>efisiensi</a:t>
          </a:r>
          <a:r>
            <a:rPr lang="en-MY" sz="2000" dirty="0"/>
            <a:t> </a:t>
          </a:r>
          <a:r>
            <a:rPr lang="en-MY" sz="2000" dirty="0" err="1"/>
            <a:t>memori</a:t>
          </a:r>
          <a:r>
            <a:rPr lang="en-MY" sz="2000" dirty="0"/>
            <a:t>/</a:t>
          </a:r>
          <a:r>
            <a:rPr lang="en-MY" sz="2000" dirty="0" err="1"/>
            <a:t>waktu</a:t>
          </a:r>
          <a:r>
            <a:rPr lang="en-MY" sz="2000" dirty="0"/>
            <a:t>, </a:t>
          </a:r>
          <a:r>
            <a:rPr lang="en-MY" sz="2000" dirty="0" err="1"/>
            <a:t>pengaruh</a:t>
          </a:r>
          <a:r>
            <a:rPr lang="en-MY" sz="2000" dirty="0"/>
            <a:t> early stopping, dan </a:t>
          </a:r>
          <a:r>
            <a:rPr lang="en-MY" sz="2000" dirty="0" err="1"/>
            <a:t>dampak</a:t>
          </a:r>
          <a:r>
            <a:rPr lang="en-MY" sz="2000" dirty="0"/>
            <a:t> </a:t>
          </a:r>
          <a:r>
            <a:rPr lang="en-MY" sz="2000" dirty="0" err="1"/>
            <a:t>multikolinearitas</a:t>
          </a:r>
          <a:r>
            <a:rPr lang="en-MY" sz="2000" dirty="0"/>
            <a:t>.</a:t>
          </a:r>
          <a:endParaRPr lang="en-US" sz="2000" dirty="0"/>
        </a:p>
      </dgm:t>
    </dgm:pt>
    <dgm:pt modelId="{F08DE496-08C5-4C42-8268-BEF9B7E11AE8}" type="parTrans" cxnId="{5D614663-E603-4719-8D3A-F9D428D775DD}">
      <dgm:prSet/>
      <dgm:spPr/>
      <dgm:t>
        <a:bodyPr/>
        <a:lstStyle/>
        <a:p>
          <a:endParaRPr lang="en-US"/>
        </a:p>
      </dgm:t>
    </dgm:pt>
    <dgm:pt modelId="{75BEC03A-39A0-42A9-A308-71E0C83C11D1}" type="sibTrans" cxnId="{5D614663-E603-4719-8D3A-F9D428D775DD}">
      <dgm:prSet/>
      <dgm:spPr/>
      <dgm:t>
        <a:bodyPr/>
        <a:lstStyle/>
        <a:p>
          <a:endParaRPr lang="en-US"/>
        </a:p>
      </dgm:t>
    </dgm:pt>
    <dgm:pt modelId="{9E96310E-6D4F-4A91-93AA-237162098B5E}" type="pres">
      <dgm:prSet presAssocID="{AC870B48-507B-458A-8C80-08CFDCCA631F}" presName="root" presStyleCnt="0">
        <dgm:presLayoutVars>
          <dgm:dir/>
          <dgm:resizeHandles val="exact"/>
        </dgm:presLayoutVars>
      </dgm:prSet>
      <dgm:spPr/>
    </dgm:pt>
    <dgm:pt modelId="{B6B3D869-AB00-461D-9A74-FA075C2434F1}" type="pres">
      <dgm:prSet presAssocID="{0F8F6F88-00B2-4ABE-8B64-F375B9E7A3D4}" presName="compNode" presStyleCnt="0"/>
      <dgm:spPr/>
    </dgm:pt>
    <dgm:pt modelId="{AD48C167-F52A-42FD-AFD4-60B7F33272E7}" type="pres">
      <dgm:prSet presAssocID="{0F8F6F88-00B2-4ABE-8B64-F375B9E7A3D4}" presName="bgRect" presStyleLbl="bgShp" presStyleIdx="0" presStyleCnt="3"/>
      <dgm:spPr/>
    </dgm:pt>
    <dgm:pt modelId="{4DEC03B9-1E7C-4836-80F4-7A454FF6216B}" type="pres">
      <dgm:prSet presAssocID="{0F8F6F88-00B2-4ABE-8B64-F375B9E7A3D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3849AA41-60BA-44EF-9C76-347AC01C9323}" type="pres">
      <dgm:prSet presAssocID="{0F8F6F88-00B2-4ABE-8B64-F375B9E7A3D4}" presName="spaceRect" presStyleCnt="0"/>
      <dgm:spPr/>
    </dgm:pt>
    <dgm:pt modelId="{55657922-8308-43AA-8A9E-B2DC00C81DD8}" type="pres">
      <dgm:prSet presAssocID="{0F8F6F88-00B2-4ABE-8B64-F375B9E7A3D4}" presName="parTx" presStyleLbl="revTx" presStyleIdx="0" presStyleCnt="3">
        <dgm:presLayoutVars>
          <dgm:chMax val="0"/>
          <dgm:chPref val="0"/>
        </dgm:presLayoutVars>
      </dgm:prSet>
      <dgm:spPr/>
    </dgm:pt>
    <dgm:pt modelId="{96004E22-60D7-406E-9BCA-7A8684016C4B}" type="pres">
      <dgm:prSet presAssocID="{A832AE6E-EB1B-4099-BF0F-1AAEC7C7617C}" presName="sibTrans" presStyleCnt="0"/>
      <dgm:spPr/>
    </dgm:pt>
    <dgm:pt modelId="{39AF2591-4A53-42A0-B98B-414C35ECD160}" type="pres">
      <dgm:prSet presAssocID="{4300B8B2-FA58-4C2E-ACE4-C59B8A2F6336}" presName="compNode" presStyleCnt="0"/>
      <dgm:spPr/>
    </dgm:pt>
    <dgm:pt modelId="{8926147B-A5C1-473C-9EFD-C8EEA6F43891}" type="pres">
      <dgm:prSet presAssocID="{4300B8B2-FA58-4C2E-ACE4-C59B8A2F6336}" presName="bgRect" presStyleLbl="bgShp" presStyleIdx="1" presStyleCnt="3"/>
      <dgm:spPr/>
    </dgm:pt>
    <dgm:pt modelId="{F1C7955C-A588-43FC-BE3D-D3EB9119B3F7}" type="pres">
      <dgm:prSet presAssocID="{4300B8B2-FA58-4C2E-ACE4-C59B8A2F633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51DE4EFC-5AAC-480E-BF91-507E1083136C}" type="pres">
      <dgm:prSet presAssocID="{4300B8B2-FA58-4C2E-ACE4-C59B8A2F6336}" presName="spaceRect" presStyleCnt="0"/>
      <dgm:spPr/>
    </dgm:pt>
    <dgm:pt modelId="{E39A09DD-E5D5-4996-9D38-052E284C1266}" type="pres">
      <dgm:prSet presAssocID="{4300B8B2-FA58-4C2E-ACE4-C59B8A2F6336}" presName="parTx" presStyleLbl="revTx" presStyleIdx="1" presStyleCnt="3">
        <dgm:presLayoutVars>
          <dgm:chMax val="0"/>
          <dgm:chPref val="0"/>
        </dgm:presLayoutVars>
      </dgm:prSet>
      <dgm:spPr/>
    </dgm:pt>
    <dgm:pt modelId="{D22F3576-0EC3-4AC0-ADBA-6FE2E656A8B7}" type="pres">
      <dgm:prSet presAssocID="{E462BDE3-B142-4AF4-8828-1047ABE7BCDC}" presName="sibTrans" presStyleCnt="0"/>
      <dgm:spPr/>
    </dgm:pt>
    <dgm:pt modelId="{C30E971C-3248-4666-AD70-6156ADB1B195}" type="pres">
      <dgm:prSet presAssocID="{ED83162A-F95E-4713-ABE7-745E368DE450}" presName="compNode" presStyleCnt="0"/>
      <dgm:spPr/>
    </dgm:pt>
    <dgm:pt modelId="{23D7E6AE-550D-46B6-90A7-BF72802B0DC1}" type="pres">
      <dgm:prSet presAssocID="{ED83162A-F95E-4713-ABE7-745E368DE450}" presName="bgRect" presStyleLbl="bgShp" presStyleIdx="2" presStyleCnt="3"/>
      <dgm:spPr/>
    </dgm:pt>
    <dgm:pt modelId="{93120592-EE62-4ED8-9E95-E5A85C72BA82}" type="pres">
      <dgm:prSet presAssocID="{ED83162A-F95E-4713-ABE7-745E368DE45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F84734D-DDFD-4A64-A3A1-C99430EAED0A}" type="pres">
      <dgm:prSet presAssocID="{ED83162A-F95E-4713-ABE7-745E368DE450}" presName="spaceRect" presStyleCnt="0"/>
      <dgm:spPr/>
    </dgm:pt>
    <dgm:pt modelId="{09AE00A1-5CD1-429D-942E-DD2C7A5E2F9A}" type="pres">
      <dgm:prSet presAssocID="{ED83162A-F95E-4713-ABE7-745E368DE45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ABBEF24-143B-4956-B47B-CBB6617F04C1}" type="presOf" srcId="{0F8F6F88-00B2-4ABE-8B64-F375B9E7A3D4}" destId="{55657922-8308-43AA-8A9E-B2DC00C81DD8}" srcOrd="0" destOrd="0" presId="urn:microsoft.com/office/officeart/2018/2/layout/IconVerticalSolidList"/>
    <dgm:cxn modelId="{5D614663-E603-4719-8D3A-F9D428D775DD}" srcId="{AC870B48-507B-458A-8C80-08CFDCCA631F}" destId="{ED83162A-F95E-4713-ABE7-745E368DE450}" srcOrd="2" destOrd="0" parTransId="{F08DE496-08C5-4C42-8268-BEF9B7E11AE8}" sibTransId="{75BEC03A-39A0-42A9-A308-71E0C83C11D1}"/>
    <dgm:cxn modelId="{A1B7B46A-1D0A-4B96-9A2B-E27B7606B1EF}" srcId="{AC870B48-507B-458A-8C80-08CFDCCA631F}" destId="{4300B8B2-FA58-4C2E-ACE4-C59B8A2F6336}" srcOrd="1" destOrd="0" parTransId="{4A4A902D-484A-4A4E-94D7-2884759BFBF4}" sibTransId="{E462BDE3-B142-4AF4-8828-1047ABE7BCDC}"/>
    <dgm:cxn modelId="{0C05F18C-DF7A-4BEE-96D4-7FF3CAC144AC}" type="presOf" srcId="{4300B8B2-FA58-4C2E-ACE4-C59B8A2F6336}" destId="{E39A09DD-E5D5-4996-9D38-052E284C1266}" srcOrd="0" destOrd="0" presId="urn:microsoft.com/office/officeart/2018/2/layout/IconVerticalSolidList"/>
    <dgm:cxn modelId="{6222FC8D-62C4-44F4-B4A3-5A505AFD4A01}" type="presOf" srcId="{ED83162A-F95E-4713-ABE7-745E368DE450}" destId="{09AE00A1-5CD1-429D-942E-DD2C7A5E2F9A}" srcOrd="0" destOrd="0" presId="urn:microsoft.com/office/officeart/2018/2/layout/IconVerticalSolidList"/>
    <dgm:cxn modelId="{69943796-4B40-461B-AAE1-B3E27965FB7F}" srcId="{AC870B48-507B-458A-8C80-08CFDCCA631F}" destId="{0F8F6F88-00B2-4ABE-8B64-F375B9E7A3D4}" srcOrd="0" destOrd="0" parTransId="{73E61437-D2F7-45E2-BADF-3A94F03C3478}" sibTransId="{A832AE6E-EB1B-4099-BF0F-1AAEC7C7617C}"/>
    <dgm:cxn modelId="{C80709E4-51F4-4228-996B-B8F5C214C2A1}" type="presOf" srcId="{AC870B48-507B-458A-8C80-08CFDCCA631F}" destId="{9E96310E-6D4F-4A91-93AA-237162098B5E}" srcOrd="0" destOrd="0" presId="urn:microsoft.com/office/officeart/2018/2/layout/IconVerticalSolidList"/>
    <dgm:cxn modelId="{DC351E7A-FA77-4194-B768-56C1F892E62D}" type="presParOf" srcId="{9E96310E-6D4F-4A91-93AA-237162098B5E}" destId="{B6B3D869-AB00-461D-9A74-FA075C2434F1}" srcOrd="0" destOrd="0" presId="urn:microsoft.com/office/officeart/2018/2/layout/IconVerticalSolidList"/>
    <dgm:cxn modelId="{53E9BB91-A3B1-45BD-927E-B4286F130883}" type="presParOf" srcId="{B6B3D869-AB00-461D-9A74-FA075C2434F1}" destId="{AD48C167-F52A-42FD-AFD4-60B7F33272E7}" srcOrd="0" destOrd="0" presId="urn:microsoft.com/office/officeart/2018/2/layout/IconVerticalSolidList"/>
    <dgm:cxn modelId="{606D549A-DF58-4634-9ED4-321BCC4412EA}" type="presParOf" srcId="{B6B3D869-AB00-461D-9A74-FA075C2434F1}" destId="{4DEC03B9-1E7C-4836-80F4-7A454FF6216B}" srcOrd="1" destOrd="0" presId="urn:microsoft.com/office/officeart/2018/2/layout/IconVerticalSolidList"/>
    <dgm:cxn modelId="{30C9DAEB-A46C-4C80-92BD-AD37ABF6FDBB}" type="presParOf" srcId="{B6B3D869-AB00-461D-9A74-FA075C2434F1}" destId="{3849AA41-60BA-44EF-9C76-347AC01C9323}" srcOrd="2" destOrd="0" presId="urn:microsoft.com/office/officeart/2018/2/layout/IconVerticalSolidList"/>
    <dgm:cxn modelId="{53CFAE2F-54AA-434C-8E79-4C149D211549}" type="presParOf" srcId="{B6B3D869-AB00-461D-9A74-FA075C2434F1}" destId="{55657922-8308-43AA-8A9E-B2DC00C81DD8}" srcOrd="3" destOrd="0" presId="urn:microsoft.com/office/officeart/2018/2/layout/IconVerticalSolidList"/>
    <dgm:cxn modelId="{A1DD7A9C-AEAA-4A3C-8D38-A1FA3854105C}" type="presParOf" srcId="{9E96310E-6D4F-4A91-93AA-237162098B5E}" destId="{96004E22-60D7-406E-9BCA-7A8684016C4B}" srcOrd="1" destOrd="0" presId="urn:microsoft.com/office/officeart/2018/2/layout/IconVerticalSolidList"/>
    <dgm:cxn modelId="{F815BD98-C303-4DF4-837C-19B2CCF4D834}" type="presParOf" srcId="{9E96310E-6D4F-4A91-93AA-237162098B5E}" destId="{39AF2591-4A53-42A0-B98B-414C35ECD160}" srcOrd="2" destOrd="0" presId="urn:microsoft.com/office/officeart/2018/2/layout/IconVerticalSolidList"/>
    <dgm:cxn modelId="{24E38B89-3DA8-44ED-BF85-824CC09DE3B8}" type="presParOf" srcId="{39AF2591-4A53-42A0-B98B-414C35ECD160}" destId="{8926147B-A5C1-473C-9EFD-C8EEA6F43891}" srcOrd="0" destOrd="0" presId="urn:microsoft.com/office/officeart/2018/2/layout/IconVerticalSolidList"/>
    <dgm:cxn modelId="{0CBFF33F-54BE-4009-AEEF-6E511C1628C1}" type="presParOf" srcId="{39AF2591-4A53-42A0-B98B-414C35ECD160}" destId="{F1C7955C-A588-43FC-BE3D-D3EB9119B3F7}" srcOrd="1" destOrd="0" presId="urn:microsoft.com/office/officeart/2018/2/layout/IconVerticalSolidList"/>
    <dgm:cxn modelId="{30D5338A-1104-4E42-BC52-64FC9FD6DB78}" type="presParOf" srcId="{39AF2591-4A53-42A0-B98B-414C35ECD160}" destId="{51DE4EFC-5AAC-480E-BF91-507E1083136C}" srcOrd="2" destOrd="0" presId="urn:microsoft.com/office/officeart/2018/2/layout/IconVerticalSolidList"/>
    <dgm:cxn modelId="{69B41003-45CB-416F-B0AB-F83F685DB7FC}" type="presParOf" srcId="{39AF2591-4A53-42A0-B98B-414C35ECD160}" destId="{E39A09DD-E5D5-4996-9D38-052E284C1266}" srcOrd="3" destOrd="0" presId="urn:microsoft.com/office/officeart/2018/2/layout/IconVerticalSolidList"/>
    <dgm:cxn modelId="{8CF13A31-F5C8-4655-871E-B378F5D82CFF}" type="presParOf" srcId="{9E96310E-6D4F-4A91-93AA-237162098B5E}" destId="{D22F3576-0EC3-4AC0-ADBA-6FE2E656A8B7}" srcOrd="3" destOrd="0" presId="urn:microsoft.com/office/officeart/2018/2/layout/IconVerticalSolidList"/>
    <dgm:cxn modelId="{B4583020-810D-4BFD-A135-FDA62D4CC515}" type="presParOf" srcId="{9E96310E-6D4F-4A91-93AA-237162098B5E}" destId="{C30E971C-3248-4666-AD70-6156ADB1B195}" srcOrd="4" destOrd="0" presId="urn:microsoft.com/office/officeart/2018/2/layout/IconVerticalSolidList"/>
    <dgm:cxn modelId="{3D94936F-48BB-4804-B34C-D8D1D4EF93B8}" type="presParOf" srcId="{C30E971C-3248-4666-AD70-6156ADB1B195}" destId="{23D7E6AE-550D-46B6-90A7-BF72802B0DC1}" srcOrd="0" destOrd="0" presId="urn:microsoft.com/office/officeart/2018/2/layout/IconVerticalSolidList"/>
    <dgm:cxn modelId="{2F6AA76B-BF78-4FC2-8C70-A823021E3110}" type="presParOf" srcId="{C30E971C-3248-4666-AD70-6156ADB1B195}" destId="{93120592-EE62-4ED8-9E95-E5A85C72BA82}" srcOrd="1" destOrd="0" presId="urn:microsoft.com/office/officeart/2018/2/layout/IconVerticalSolidList"/>
    <dgm:cxn modelId="{9A813ABF-D918-450F-9B3F-379CFA360756}" type="presParOf" srcId="{C30E971C-3248-4666-AD70-6156ADB1B195}" destId="{8F84734D-DDFD-4A64-A3A1-C99430EAED0A}" srcOrd="2" destOrd="0" presId="urn:microsoft.com/office/officeart/2018/2/layout/IconVerticalSolidList"/>
    <dgm:cxn modelId="{541B99A1-8EC7-4A36-A269-EB0E90429DE1}" type="presParOf" srcId="{C30E971C-3248-4666-AD70-6156ADB1B195}" destId="{09AE00A1-5CD1-429D-942E-DD2C7A5E2F9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3A5B25-DF67-4374-BE77-AFA973FB77D5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4F7636B-390D-4268-9BD9-1C558C151B13}">
      <dgm:prSet/>
      <dgm:spPr/>
      <dgm:t>
        <a:bodyPr/>
        <a:lstStyle/>
        <a:p>
          <a:r>
            <a:rPr lang="en-MY" dirty="0"/>
            <a:t>Normal Equation: O(m.n^2 + n^3)</a:t>
          </a:r>
          <a:endParaRPr lang="en-US" dirty="0"/>
        </a:p>
      </dgm:t>
    </dgm:pt>
    <dgm:pt modelId="{61110FB0-4DDE-49B8-AF69-E86BE72CE4F0}" type="parTrans" cxnId="{495C3F2F-3810-433F-9FA5-995E5743B810}">
      <dgm:prSet/>
      <dgm:spPr/>
      <dgm:t>
        <a:bodyPr/>
        <a:lstStyle/>
        <a:p>
          <a:endParaRPr lang="en-US"/>
        </a:p>
      </dgm:t>
    </dgm:pt>
    <dgm:pt modelId="{C177A7F6-49EA-44D1-B3E2-8A2B922B74D3}" type="sibTrans" cxnId="{495C3F2F-3810-433F-9FA5-995E5743B810}">
      <dgm:prSet/>
      <dgm:spPr/>
      <dgm:t>
        <a:bodyPr/>
        <a:lstStyle/>
        <a:p>
          <a:endParaRPr lang="en-US"/>
        </a:p>
      </dgm:t>
    </dgm:pt>
    <dgm:pt modelId="{4B261703-1E71-47E1-9D8A-24C212AC2B02}">
      <dgm:prSet/>
      <dgm:spPr/>
      <dgm:t>
        <a:bodyPr/>
        <a:lstStyle/>
        <a:p>
          <a:r>
            <a:rPr lang="en-MY" dirty="0"/>
            <a:t>Vanilla GD: O(</a:t>
          </a:r>
          <a:r>
            <a:rPr lang="en-MY" dirty="0" err="1"/>
            <a:t>K.m.</a:t>
          </a:r>
          <a:r>
            <a:rPr lang="en-MY" err="1"/>
            <a:t>n</a:t>
          </a:r>
          <a:r>
            <a:rPr lang="en-MY"/>
            <a:t>)</a:t>
          </a:r>
          <a:endParaRPr lang="en-US" dirty="0"/>
        </a:p>
      </dgm:t>
    </dgm:pt>
    <dgm:pt modelId="{88CCB4E5-5F35-4AC6-BD4D-ABFA7B06B964}" type="parTrans" cxnId="{96A7FC96-5BE2-4920-82B4-7C6A651D6E63}">
      <dgm:prSet/>
      <dgm:spPr/>
      <dgm:t>
        <a:bodyPr/>
        <a:lstStyle/>
        <a:p>
          <a:endParaRPr lang="en-US"/>
        </a:p>
      </dgm:t>
    </dgm:pt>
    <dgm:pt modelId="{BC3C3702-17A5-41AC-AA71-7333B5BB790F}" type="sibTrans" cxnId="{96A7FC96-5BE2-4920-82B4-7C6A651D6E63}">
      <dgm:prSet/>
      <dgm:spPr/>
      <dgm:t>
        <a:bodyPr/>
        <a:lstStyle/>
        <a:p>
          <a:endParaRPr lang="en-US"/>
        </a:p>
      </dgm:t>
    </dgm:pt>
    <dgm:pt modelId="{3DF71441-1154-49E5-BC4F-8E2542A8B4BC}">
      <dgm:prSet/>
      <dgm:spPr/>
      <dgm:t>
        <a:bodyPr/>
        <a:lstStyle/>
        <a:p>
          <a:r>
            <a:rPr lang="en-MY" dirty="0"/>
            <a:t>Tuned GD: O(</a:t>
          </a:r>
          <a:r>
            <a:rPr lang="en-MY" dirty="0" err="1"/>
            <a:t>L.I.K_max.m.</a:t>
          </a:r>
          <a:r>
            <a:rPr lang="en-MY" err="1"/>
            <a:t>n</a:t>
          </a:r>
          <a:r>
            <a:rPr lang="en-MY"/>
            <a:t>)</a:t>
          </a:r>
          <a:endParaRPr lang="en-US" dirty="0"/>
        </a:p>
      </dgm:t>
    </dgm:pt>
    <dgm:pt modelId="{490953A7-5F5C-4B6D-80D8-1E661C660D23}" type="parTrans" cxnId="{21B95D13-D541-4EA5-A965-14C9F16FF531}">
      <dgm:prSet/>
      <dgm:spPr/>
      <dgm:t>
        <a:bodyPr/>
        <a:lstStyle/>
        <a:p>
          <a:endParaRPr lang="en-US"/>
        </a:p>
      </dgm:t>
    </dgm:pt>
    <dgm:pt modelId="{C44B466C-CE10-4540-BDA5-374AC58C1ECA}" type="sibTrans" cxnId="{21B95D13-D541-4EA5-A965-14C9F16FF531}">
      <dgm:prSet/>
      <dgm:spPr/>
      <dgm:t>
        <a:bodyPr/>
        <a:lstStyle/>
        <a:p>
          <a:endParaRPr lang="en-US"/>
        </a:p>
      </dgm:t>
    </dgm:pt>
    <dgm:pt modelId="{7E54C3E0-CF33-4C95-B562-1317CC6D852A}">
      <dgm:prSet custT="1"/>
      <dgm:spPr/>
      <dgm:t>
        <a:bodyPr/>
        <a:lstStyle/>
        <a:p>
          <a:r>
            <a:rPr lang="en-MY" sz="2800" b="1" dirty="0" err="1"/>
            <a:t>Cepat</a:t>
          </a:r>
          <a:r>
            <a:rPr lang="en-MY" sz="2800" dirty="0"/>
            <a:t> </a:t>
          </a:r>
          <a:r>
            <a:rPr lang="en-MY" sz="2800" dirty="0" err="1"/>
            <a:t>untuk</a:t>
          </a:r>
          <a:r>
            <a:rPr lang="en-MY" sz="2800" dirty="0"/>
            <a:t> </a:t>
          </a:r>
          <a:r>
            <a:rPr lang="en-MY" sz="2800" dirty="0" err="1"/>
            <a:t>fitur</a:t>
          </a:r>
          <a:r>
            <a:rPr lang="en-MY" sz="2800" dirty="0"/>
            <a:t> </a:t>
          </a:r>
          <a:r>
            <a:rPr lang="en-MY" sz="2800" dirty="0" err="1"/>
            <a:t>sedikit</a:t>
          </a:r>
          <a:r>
            <a:rPr lang="en-MY" sz="2800" dirty="0"/>
            <a:t>, </a:t>
          </a:r>
          <a:r>
            <a:rPr lang="en-MY" sz="2800" dirty="0" err="1"/>
            <a:t>namun</a:t>
          </a:r>
          <a:r>
            <a:rPr lang="en-MY" sz="2800" dirty="0"/>
            <a:t> </a:t>
          </a:r>
          <a:r>
            <a:rPr lang="en-MY" sz="2800" dirty="0" err="1"/>
            <a:t>gagal</a:t>
          </a:r>
          <a:r>
            <a:rPr lang="en-MY" sz="2800" dirty="0"/>
            <a:t> </a:t>
          </a:r>
          <a:r>
            <a:rPr lang="en-MY" sz="2800" dirty="0" err="1"/>
            <a:t>jika</a:t>
          </a:r>
          <a:r>
            <a:rPr lang="en-MY" sz="2800" dirty="0"/>
            <a:t> </a:t>
          </a:r>
          <a:r>
            <a:rPr lang="en-MY" sz="2800" dirty="0" err="1"/>
            <a:t>matriks</a:t>
          </a:r>
          <a:r>
            <a:rPr lang="en-MY" sz="2800" dirty="0"/>
            <a:t> </a:t>
          </a:r>
          <a:r>
            <a:rPr lang="en-MY" sz="2800" b="1" dirty="0"/>
            <a:t>singular</a:t>
          </a:r>
          <a:r>
            <a:rPr lang="en-MY" sz="2800" dirty="0"/>
            <a:t> (</a:t>
          </a:r>
          <a:r>
            <a:rPr lang="en-MY" sz="2800" dirty="0" err="1"/>
            <a:t>determinan</a:t>
          </a:r>
          <a:r>
            <a:rPr lang="en-MY" sz="2800" dirty="0"/>
            <a:t> </a:t>
          </a:r>
          <a:r>
            <a:rPr lang="en-MY" sz="2800" dirty="0" err="1"/>
            <a:t>nol</a:t>
          </a:r>
          <a:r>
            <a:rPr lang="en-MY" sz="2800" dirty="0"/>
            <a:t>).</a:t>
          </a:r>
          <a:endParaRPr lang="en-US" sz="2800" dirty="0"/>
        </a:p>
      </dgm:t>
    </dgm:pt>
    <dgm:pt modelId="{CA4F876E-5872-4DA2-A187-E8CBB023D1FE}" type="parTrans" cxnId="{3AEC3FED-3F34-4CF9-B4E2-C0CDE93D89A1}">
      <dgm:prSet/>
      <dgm:spPr/>
      <dgm:t>
        <a:bodyPr/>
        <a:lstStyle/>
        <a:p>
          <a:endParaRPr lang="en-MY"/>
        </a:p>
      </dgm:t>
    </dgm:pt>
    <dgm:pt modelId="{43A25027-528B-4EEB-BAD2-8EAD21D9E172}" type="sibTrans" cxnId="{3AEC3FED-3F34-4CF9-B4E2-C0CDE93D89A1}">
      <dgm:prSet/>
      <dgm:spPr/>
      <dgm:t>
        <a:bodyPr/>
        <a:lstStyle/>
        <a:p>
          <a:endParaRPr lang="en-MY"/>
        </a:p>
      </dgm:t>
    </dgm:pt>
    <dgm:pt modelId="{89394381-302D-4D81-85A4-A22CF3D85674}">
      <dgm:prSet/>
      <dgm:spPr/>
      <dgm:t>
        <a:bodyPr/>
        <a:lstStyle/>
        <a:p>
          <a:r>
            <a:rPr lang="en-MY" b="1" dirty="0" err="1"/>
            <a:t>Skalabel</a:t>
          </a:r>
          <a:r>
            <a:rPr lang="en-MY" dirty="0"/>
            <a:t> </a:t>
          </a:r>
          <a:r>
            <a:rPr lang="en-MY" dirty="0" err="1"/>
            <a:t>untuk</a:t>
          </a:r>
          <a:r>
            <a:rPr lang="en-MY" dirty="0"/>
            <a:t> data </a:t>
          </a:r>
          <a:r>
            <a:rPr lang="en-MY" dirty="0" err="1"/>
            <a:t>besar</a:t>
          </a:r>
          <a:r>
            <a:rPr lang="en-MY" dirty="0"/>
            <a:t>, </a:t>
          </a:r>
          <a:r>
            <a:rPr lang="en-MY" dirty="0" err="1"/>
            <a:t>tetapi</a:t>
          </a:r>
          <a:r>
            <a:rPr lang="en-MY" dirty="0"/>
            <a:t> sangat </a:t>
          </a:r>
          <a:r>
            <a:rPr lang="en-MY" dirty="0" err="1"/>
            <a:t>sensitif</a:t>
          </a:r>
          <a:r>
            <a:rPr lang="en-MY" dirty="0"/>
            <a:t> </a:t>
          </a:r>
          <a:r>
            <a:rPr lang="en-MY" dirty="0" err="1"/>
            <a:t>terhadap</a:t>
          </a:r>
          <a:r>
            <a:rPr lang="en-MY" dirty="0"/>
            <a:t> </a:t>
          </a:r>
          <a:r>
            <a:rPr lang="en-MY" dirty="0" err="1"/>
            <a:t>pilihan</a:t>
          </a:r>
          <a:r>
            <a:rPr lang="en-MY" dirty="0"/>
            <a:t> </a:t>
          </a:r>
          <a:r>
            <a:rPr lang="en-MY" b="1" dirty="0"/>
            <a:t>learning rate</a:t>
          </a:r>
          <a:r>
            <a:rPr lang="en-MY" dirty="0"/>
            <a:t>.</a:t>
          </a:r>
          <a:endParaRPr lang="en-US" dirty="0"/>
        </a:p>
      </dgm:t>
    </dgm:pt>
    <dgm:pt modelId="{F64A8033-A2F0-4A53-BB08-6E87251EA00A}" type="parTrans" cxnId="{39072859-CF15-4FCD-BE6D-B6E9FB084F68}">
      <dgm:prSet/>
      <dgm:spPr/>
      <dgm:t>
        <a:bodyPr/>
        <a:lstStyle/>
        <a:p>
          <a:endParaRPr lang="en-MY"/>
        </a:p>
      </dgm:t>
    </dgm:pt>
    <dgm:pt modelId="{DCFEED43-2D02-44DC-B27D-E84A271D6945}" type="sibTrans" cxnId="{39072859-CF15-4FCD-BE6D-B6E9FB084F68}">
      <dgm:prSet/>
      <dgm:spPr/>
      <dgm:t>
        <a:bodyPr/>
        <a:lstStyle/>
        <a:p>
          <a:endParaRPr lang="en-MY"/>
        </a:p>
      </dgm:t>
    </dgm:pt>
    <dgm:pt modelId="{DD06A78C-0A23-4379-938F-66C011E4AD82}">
      <dgm:prSet/>
      <dgm:spPr/>
      <dgm:t>
        <a:bodyPr/>
        <a:lstStyle/>
        <a:p>
          <a:r>
            <a:rPr lang="en-MY" dirty="0"/>
            <a:t>Beban </a:t>
          </a:r>
          <a:r>
            <a:rPr lang="en-MY" b="1" dirty="0" err="1"/>
            <a:t>komputasi</a:t>
          </a:r>
          <a:r>
            <a:rPr lang="en-MY" b="1" dirty="0"/>
            <a:t> </a:t>
          </a:r>
          <a:r>
            <a:rPr lang="en-MY" b="1" dirty="0" err="1"/>
            <a:t>tinggi</a:t>
          </a:r>
          <a:r>
            <a:rPr lang="en-MY" b="1" dirty="0"/>
            <a:t> </a:t>
          </a:r>
          <a:r>
            <a:rPr lang="en-MY" dirty="0"/>
            <a:t>di </a:t>
          </a:r>
          <a:r>
            <a:rPr lang="en-MY" dirty="0" err="1"/>
            <a:t>awal</a:t>
          </a:r>
          <a:r>
            <a:rPr lang="en-MY" dirty="0"/>
            <a:t> (Grid Search) demi </a:t>
          </a:r>
          <a:r>
            <a:rPr lang="en-MY" dirty="0" err="1"/>
            <a:t>stabilitas</a:t>
          </a:r>
          <a:r>
            <a:rPr lang="en-MY" dirty="0"/>
            <a:t> </a:t>
          </a:r>
          <a:r>
            <a:rPr lang="en-MY" dirty="0" err="1"/>
            <a:t>akurasi</a:t>
          </a:r>
          <a:r>
            <a:rPr lang="en-MY" dirty="0"/>
            <a:t> optimal.</a:t>
          </a:r>
          <a:endParaRPr lang="en-US" dirty="0"/>
        </a:p>
      </dgm:t>
    </dgm:pt>
    <dgm:pt modelId="{C01822F8-CC59-419D-93EC-D5EA8FDD47C4}" type="parTrans" cxnId="{115AF363-4B7E-4BED-84FB-A5CEC51EAF46}">
      <dgm:prSet/>
      <dgm:spPr/>
      <dgm:t>
        <a:bodyPr/>
        <a:lstStyle/>
        <a:p>
          <a:endParaRPr lang="en-MY"/>
        </a:p>
      </dgm:t>
    </dgm:pt>
    <dgm:pt modelId="{4C007B12-4D95-4181-995F-0F6ECD9B2E80}" type="sibTrans" cxnId="{115AF363-4B7E-4BED-84FB-A5CEC51EAF46}">
      <dgm:prSet/>
      <dgm:spPr/>
      <dgm:t>
        <a:bodyPr/>
        <a:lstStyle/>
        <a:p>
          <a:endParaRPr lang="en-MY"/>
        </a:p>
      </dgm:t>
    </dgm:pt>
    <dgm:pt modelId="{5CB5D7EB-A5BE-42F8-9568-E1552FAE5C94}" type="pres">
      <dgm:prSet presAssocID="{313A5B25-DF67-4374-BE77-AFA973FB77D5}" presName="Name0" presStyleCnt="0">
        <dgm:presLayoutVars>
          <dgm:dir/>
          <dgm:animLvl val="lvl"/>
          <dgm:resizeHandles val="exact"/>
        </dgm:presLayoutVars>
      </dgm:prSet>
      <dgm:spPr/>
    </dgm:pt>
    <dgm:pt modelId="{BFB90D09-491E-4DE4-885D-EDBC8EEC0F84}" type="pres">
      <dgm:prSet presAssocID="{E4F7636B-390D-4268-9BD9-1C558C151B13}" presName="composite" presStyleCnt="0"/>
      <dgm:spPr/>
    </dgm:pt>
    <dgm:pt modelId="{05BC1779-E82D-4105-892A-8F5A23C86F88}" type="pres">
      <dgm:prSet presAssocID="{E4F7636B-390D-4268-9BD9-1C558C151B1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7FD2684-E4FB-4550-B929-08592A3EA03C}" type="pres">
      <dgm:prSet presAssocID="{E4F7636B-390D-4268-9BD9-1C558C151B13}" presName="desTx" presStyleLbl="alignAccFollowNode1" presStyleIdx="0" presStyleCnt="3">
        <dgm:presLayoutVars>
          <dgm:bulletEnabled val="1"/>
        </dgm:presLayoutVars>
      </dgm:prSet>
      <dgm:spPr/>
    </dgm:pt>
    <dgm:pt modelId="{02C5DD95-AB24-4DE5-81CC-00CFF1E2E915}" type="pres">
      <dgm:prSet presAssocID="{C177A7F6-49EA-44D1-B3E2-8A2B922B74D3}" presName="space" presStyleCnt="0"/>
      <dgm:spPr/>
    </dgm:pt>
    <dgm:pt modelId="{A7288703-4C4D-4068-8C04-7A345B615EEC}" type="pres">
      <dgm:prSet presAssocID="{4B261703-1E71-47E1-9D8A-24C212AC2B02}" presName="composite" presStyleCnt="0"/>
      <dgm:spPr/>
    </dgm:pt>
    <dgm:pt modelId="{B392A608-A230-4DDE-B581-8A7666609142}" type="pres">
      <dgm:prSet presAssocID="{4B261703-1E71-47E1-9D8A-24C212AC2B0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5C39A55F-B3D3-4C3C-9221-207885947B43}" type="pres">
      <dgm:prSet presAssocID="{4B261703-1E71-47E1-9D8A-24C212AC2B02}" presName="desTx" presStyleLbl="alignAccFollowNode1" presStyleIdx="1" presStyleCnt="3">
        <dgm:presLayoutVars>
          <dgm:bulletEnabled val="1"/>
        </dgm:presLayoutVars>
      </dgm:prSet>
      <dgm:spPr/>
    </dgm:pt>
    <dgm:pt modelId="{CA7EAD3C-5705-4868-A87A-1EF3F6628C5D}" type="pres">
      <dgm:prSet presAssocID="{BC3C3702-17A5-41AC-AA71-7333B5BB790F}" presName="space" presStyleCnt="0"/>
      <dgm:spPr/>
    </dgm:pt>
    <dgm:pt modelId="{CD1142C6-D998-40FD-B310-ADE914BE1D7D}" type="pres">
      <dgm:prSet presAssocID="{3DF71441-1154-49E5-BC4F-8E2542A8B4BC}" presName="composite" presStyleCnt="0"/>
      <dgm:spPr/>
    </dgm:pt>
    <dgm:pt modelId="{F9BF31EC-9000-4221-A960-E08209BE8117}" type="pres">
      <dgm:prSet presAssocID="{3DF71441-1154-49E5-BC4F-8E2542A8B4BC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E6980CC-2313-4779-AD35-8F46C27ECFC2}" type="pres">
      <dgm:prSet presAssocID="{3DF71441-1154-49E5-BC4F-8E2542A8B4BC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40C9E10-9F9F-4167-8FCF-A00454F3DFD2}" type="presOf" srcId="{DD06A78C-0A23-4379-938F-66C011E4AD82}" destId="{5E6980CC-2313-4779-AD35-8F46C27ECFC2}" srcOrd="0" destOrd="0" presId="urn:microsoft.com/office/officeart/2005/8/layout/hList1"/>
    <dgm:cxn modelId="{21B95D13-D541-4EA5-A965-14C9F16FF531}" srcId="{313A5B25-DF67-4374-BE77-AFA973FB77D5}" destId="{3DF71441-1154-49E5-BC4F-8E2542A8B4BC}" srcOrd="2" destOrd="0" parTransId="{490953A7-5F5C-4B6D-80D8-1E661C660D23}" sibTransId="{C44B466C-CE10-4540-BDA5-374AC58C1ECA}"/>
    <dgm:cxn modelId="{5AEF8E23-ABA1-4594-8DC0-4700E22E7440}" type="presOf" srcId="{89394381-302D-4D81-85A4-A22CF3D85674}" destId="{5C39A55F-B3D3-4C3C-9221-207885947B43}" srcOrd="0" destOrd="0" presId="urn:microsoft.com/office/officeart/2005/8/layout/hList1"/>
    <dgm:cxn modelId="{495C3F2F-3810-433F-9FA5-995E5743B810}" srcId="{313A5B25-DF67-4374-BE77-AFA973FB77D5}" destId="{E4F7636B-390D-4268-9BD9-1C558C151B13}" srcOrd="0" destOrd="0" parTransId="{61110FB0-4DDE-49B8-AF69-E86BE72CE4F0}" sibTransId="{C177A7F6-49EA-44D1-B3E2-8A2B922B74D3}"/>
    <dgm:cxn modelId="{744AF243-419E-42AF-BC81-3A76AC80D3FA}" type="presOf" srcId="{7E54C3E0-CF33-4C95-B562-1317CC6D852A}" destId="{27FD2684-E4FB-4550-B929-08592A3EA03C}" srcOrd="0" destOrd="0" presId="urn:microsoft.com/office/officeart/2005/8/layout/hList1"/>
    <dgm:cxn modelId="{115AF363-4B7E-4BED-84FB-A5CEC51EAF46}" srcId="{3DF71441-1154-49E5-BC4F-8E2542A8B4BC}" destId="{DD06A78C-0A23-4379-938F-66C011E4AD82}" srcOrd="0" destOrd="0" parTransId="{C01822F8-CC59-419D-93EC-D5EA8FDD47C4}" sibTransId="{4C007B12-4D95-4181-995F-0F6ECD9B2E80}"/>
    <dgm:cxn modelId="{6B3F6F54-BEAD-439A-BE16-172F0315D3D9}" type="presOf" srcId="{4B261703-1E71-47E1-9D8A-24C212AC2B02}" destId="{B392A608-A230-4DDE-B581-8A7666609142}" srcOrd="0" destOrd="0" presId="urn:microsoft.com/office/officeart/2005/8/layout/hList1"/>
    <dgm:cxn modelId="{39072859-CF15-4FCD-BE6D-B6E9FB084F68}" srcId="{4B261703-1E71-47E1-9D8A-24C212AC2B02}" destId="{89394381-302D-4D81-85A4-A22CF3D85674}" srcOrd="0" destOrd="0" parTransId="{F64A8033-A2F0-4A53-BB08-6E87251EA00A}" sibTransId="{DCFEED43-2D02-44DC-B27D-E84A271D6945}"/>
    <dgm:cxn modelId="{411F5384-6352-49E0-B464-997EA5502E79}" type="presOf" srcId="{3DF71441-1154-49E5-BC4F-8E2542A8B4BC}" destId="{F9BF31EC-9000-4221-A960-E08209BE8117}" srcOrd="0" destOrd="0" presId="urn:microsoft.com/office/officeart/2005/8/layout/hList1"/>
    <dgm:cxn modelId="{96A7FC96-5BE2-4920-82B4-7C6A651D6E63}" srcId="{313A5B25-DF67-4374-BE77-AFA973FB77D5}" destId="{4B261703-1E71-47E1-9D8A-24C212AC2B02}" srcOrd="1" destOrd="0" parTransId="{88CCB4E5-5F35-4AC6-BD4D-ABFA7B06B964}" sibTransId="{BC3C3702-17A5-41AC-AA71-7333B5BB790F}"/>
    <dgm:cxn modelId="{3AEC3FED-3F34-4CF9-B4E2-C0CDE93D89A1}" srcId="{E4F7636B-390D-4268-9BD9-1C558C151B13}" destId="{7E54C3E0-CF33-4C95-B562-1317CC6D852A}" srcOrd="0" destOrd="0" parTransId="{CA4F876E-5872-4DA2-A187-E8CBB023D1FE}" sibTransId="{43A25027-528B-4EEB-BAD2-8EAD21D9E172}"/>
    <dgm:cxn modelId="{3BE11EF5-8D09-4730-9320-BD5B5843883D}" type="presOf" srcId="{313A5B25-DF67-4374-BE77-AFA973FB77D5}" destId="{5CB5D7EB-A5BE-42F8-9568-E1552FAE5C94}" srcOrd="0" destOrd="0" presId="urn:microsoft.com/office/officeart/2005/8/layout/hList1"/>
    <dgm:cxn modelId="{97F848F5-8884-4CDB-8F85-9C941631AF53}" type="presOf" srcId="{E4F7636B-390D-4268-9BD9-1C558C151B13}" destId="{05BC1779-E82D-4105-892A-8F5A23C86F88}" srcOrd="0" destOrd="0" presId="urn:microsoft.com/office/officeart/2005/8/layout/hList1"/>
    <dgm:cxn modelId="{D8B03E33-5DF5-4D13-97CC-7278FBC7707C}" type="presParOf" srcId="{5CB5D7EB-A5BE-42F8-9568-E1552FAE5C94}" destId="{BFB90D09-491E-4DE4-885D-EDBC8EEC0F84}" srcOrd="0" destOrd="0" presId="urn:microsoft.com/office/officeart/2005/8/layout/hList1"/>
    <dgm:cxn modelId="{A836C655-8BB2-41EA-BCC7-F376BC294E2C}" type="presParOf" srcId="{BFB90D09-491E-4DE4-885D-EDBC8EEC0F84}" destId="{05BC1779-E82D-4105-892A-8F5A23C86F88}" srcOrd="0" destOrd="0" presId="urn:microsoft.com/office/officeart/2005/8/layout/hList1"/>
    <dgm:cxn modelId="{ED606EB8-C2E3-4AC0-9F11-DE23EB145119}" type="presParOf" srcId="{BFB90D09-491E-4DE4-885D-EDBC8EEC0F84}" destId="{27FD2684-E4FB-4550-B929-08592A3EA03C}" srcOrd="1" destOrd="0" presId="urn:microsoft.com/office/officeart/2005/8/layout/hList1"/>
    <dgm:cxn modelId="{351D2284-C547-4190-9B78-84A58263E5FF}" type="presParOf" srcId="{5CB5D7EB-A5BE-42F8-9568-E1552FAE5C94}" destId="{02C5DD95-AB24-4DE5-81CC-00CFF1E2E915}" srcOrd="1" destOrd="0" presId="urn:microsoft.com/office/officeart/2005/8/layout/hList1"/>
    <dgm:cxn modelId="{DA7A7A25-71DF-40A0-BEB5-1B2B3D1D9B50}" type="presParOf" srcId="{5CB5D7EB-A5BE-42F8-9568-E1552FAE5C94}" destId="{A7288703-4C4D-4068-8C04-7A345B615EEC}" srcOrd="2" destOrd="0" presId="urn:microsoft.com/office/officeart/2005/8/layout/hList1"/>
    <dgm:cxn modelId="{5CA68025-5258-4646-AC94-4B346ACC5E43}" type="presParOf" srcId="{A7288703-4C4D-4068-8C04-7A345B615EEC}" destId="{B392A608-A230-4DDE-B581-8A7666609142}" srcOrd="0" destOrd="0" presId="urn:microsoft.com/office/officeart/2005/8/layout/hList1"/>
    <dgm:cxn modelId="{7F638058-908B-4870-AE7E-A04887C92C1F}" type="presParOf" srcId="{A7288703-4C4D-4068-8C04-7A345B615EEC}" destId="{5C39A55F-B3D3-4C3C-9221-207885947B43}" srcOrd="1" destOrd="0" presId="urn:microsoft.com/office/officeart/2005/8/layout/hList1"/>
    <dgm:cxn modelId="{9045E5A9-D4C0-46F4-85EA-659208F1C24A}" type="presParOf" srcId="{5CB5D7EB-A5BE-42F8-9568-E1552FAE5C94}" destId="{CA7EAD3C-5705-4868-A87A-1EF3F6628C5D}" srcOrd="3" destOrd="0" presId="urn:microsoft.com/office/officeart/2005/8/layout/hList1"/>
    <dgm:cxn modelId="{CC29297A-AFE9-4A71-9FCB-FAB039B84CC1}" type="presParOf" srcId="{5CB5D7EB-A5BE-42F8-9568-E1552FAE5C94}" destId="{CD1142C6-D998-40FD-B310-ADE914BE1D7D}" srcOrd="4" destOrd="0" presId="urn:microsoft.com/office/officeart/2005/8/layout/hList1"/>
    <dgm:cxn modelId="{9E685192-3432-4851-A39A-312DE154551F}" type="presParOf" srcId="{CD1142C6-D998-40FD-B310-ADE914BE1D7D}" destId="{F9BF31EC-9000-4221-A960-E08209BE8117}" srcOrd="0" destOrd="0" presId="urn:microsoft.com/office/officeart/2005/8/layout/hList1"/>
    <dgm:cxn modelId="{941D3EC5-908F-4E63-9786-5B361EDEA23B}" type="presParOf" srcId="{CD1142C6-D998-40FD-B310-ADE914BE1D7D}" destId="{5E6980CC-2313-4779-AD35-8F46C27ECFC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08559D-8337-4A6E-AAAC-2678E01F98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AA5D8F-5F69-462A-93FB-F1BA44709F0A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 err="1"/>
            <a:t>Arsitektur</a:t>
          </a:r>
          <a:r>
            <a:rPr lang="en-MY" dirty="0"/>
            <a:t> C++ OOP: </a:t>
          </a:r>
          <a:r>
            <a:rPr lang="en-MY" dirty="0" err="1"/>
            <a:t>Pemisahan</a:t>
          </a:r>
          <a:r>
            <a:rPr lang="en-MY" dirty="0"/>
            <a:t> </a:t>
          </a:r>
          <a:r>
            <a:rPr lang="en-MY" dirty="0" err="1"/>
            <a:t>ketat</a:t>
          </a:r>
          <a:r>
            <a:rPr lang="en-MY" dirty="0"/>
            <a:t> </a:t>
          </a:r>
          <a:r>
            <a:rPr lang="en-MY" dirty="0" err="1"/>
            <a:t>antara</a:t>
          </a:r>
          <a:r>
            <a:rPr lang="en-MY" dirty="0"/>
            <a:t> preprocessing, model, dan </a:t>
          </a:r>
          <a:r>
            <a:rPr lang="en-MY" dirty="0" err="1"/>
            <a:t>evaluasi</a:t>
          </a:r>
          <a:r>
            <a:rPr lang="en-MY" dirty="0"/>
            <a:t>.</a:t>
          </a:r>
          <a:endParaRPr lang="en-US" dirty="0"/>
        </a:p>
      </dgm:t>
    </dgm:pt>
    <dgm:pt modelId="{EE086127-5C67-435D-81F6-DF6C77BEA56C}" type="parTrans" cxnId="{6FACEAAC-0D2E-46C4-A39E-FE9F30604E5C}">
      <dgm:prSet/>
      <dgm:spPr/>
      <dgm:t>
        <a:bodyPr/>
        <a:lstStyle/>
        <a:p>
          <a:endParaRPr lang="en-US"/>
        </a:p>
      </dgm:t>
    </dgm:pt>
    <dgm:pt modelId="{DD59AA08-1673-40DE-9857-B7EE3831CECB}" type="sibTrans" cxnId="{6FACEAAC-0D2E-46C4-A39E-FE9F30604E5C}">
      <dgm:prSet/>
      <dgm:spPr/>
      <dgm:t>
        <a:bodyPr/>
        <a:lstStyle/>
        <a:p>
          <a:endParaRPr lang="en-US"/>
        </a:p>
      </dgm:t>
    </dgm:pt>
    <dgm:pt modelId="{249C59D7-CBE6-4896-8949-B4A425BC15AA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 dirty="0"/>
            <a:t>Dataset 1</a:t>
          </a:r>
          <a:r>
            <a:rPr lang="en-MY" dirty="0"/>
            <a:t> (Energy): 48.024 baris, 7 </a:t>
          </a:r>
          <a:r>
            <a:rPr lang="en-MY" dirty="0" err="1"/>
            <a:t>fitur</a:t>
          </a:r>
          <a:endParaRPr lang="en-US" dirty="0"/>
        </a:p>
      </dgm:t>
    </dgm:pt>
    <dgm:pt modelId="{D99F8772-23FC-4165-8EBD-FCF331F9A13E}" type="parTrans" cxnId="{EB3CB932-8637-460D-BAF8-879682B25723}">
      <dgm:prSet/>
      <dgm:spPr/>
      <dgm:t>
        <a:bodyPr/>
        <a:lstStyle/>
        <a:p>
          <a:endParaRPr lang="en-MY"/>
        </a:p>
      </dgm:t>
    </dgm:pt>
    <dgm:pt modelId="{40C8FDEB-14FF-43EB-A3B0-9740B92F27E3}" type="sibTrans" cxnId="{EB3CB932-8637-460D-BAF8-879682B25723}">
      <dgm:prSet/>
      <dgm:spPr/>
      <dgm:t>
        <a:bodyPr/>
        <a:lstStyle/>
        <a:p>
          <a:endParaRPr lang="en-MY"/>
        </a:p>
      </dgm:t>
    </dgm:pt>
    <dgm:pt modelId="{CEE68528-AF2B-4779-AC55-60395E7395BB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b="1" dirty="0"/>
            <a:t>Dataset 2</a:t>
          </a:r>
          <a:r>
            <a:rPr lang="en-MY" dirty="0"/>
            <a:t> (</a:t>
          </a:r>
          <a:r>
            <a:rPr lang="en-MY" dirty="0" err="1"/>
            <a:t>Komoditas</a:t>
          </a:r>
          <a:r>
            <a:rPr lang="en-MY" dirty="0"/>
            <a:t>): 781 baris, 43 </a:t>
          </a:r>
          <a:r>
            <a:rPr lang="en-MY" dirty="0" err="1"/>
            <a:t>kolom</a:t>
          </a:r>
          <a:r>
            <a:rPr lang="en-MY" dirty="0"/>
            <a:t> (</a:t>
          </a:r>
          <a:r>
            <a:rPr lang="en-MY" dirty="0" err="1"/>
            <a:t>Multikolinearitas</a:t>
          </a:r>
          <a:r>
            <a:rPr lang="en-MY" dirty="0"/>
            <a:t> </a:t>
          </a:r>
          <a:r>
            <a:rPr lang="en-MY" dirty="0" err="1"/>
            <a:t>tinggi</a:t>
          </a:r>
          <a:r>
            <a:rPr lang="en-MY" dirty="0"/>
            <a:t>).</a:t>
          </a:r>
          <a:endParaRPr lang="en-US" dirty="0"/>
        </a:p>
      </dgm:t>
    </dgm:pt>
    <dgm:pt modelId="{F5B4735F-0CBC-4469-8BB2-2E12E4719F14}" type="parTrans" cxnId="{92819780-0AF9-4E2B-8D00-0D6DDD2A47BC}">
      <dgm:prSet/>
      <dgm:spPr/>
      <dgm:t>
        <a:bodyPr/>
        <a:lstStyle/>
        <a:p>
          <a:endParaRPr lang="en-US"/>
        </a:p>
      </dgm:t>
    </dgm:pt>
    <dgm:pt modelId="{F3258BB6-D4A7-46ED-A2B6-41602EC3AA21}" type="sibTrans" cxnId="{92819780-0AF9-4E2B-8D00-0D6DDD2A47BC}">
      <dgm:prSet/>
      <dgm:spPr/>
      <dgm:t>
        <a:bodyPr/>
        <a:lstStyle/>
        <a:p>
          <a:endParaRPr lang="en-US"/>
        </a:p>
      </dgm:t>
    </dgm:pt>
    <dgm:pt modelId="{807050C1-8C11-475E-8C01-26B31FE5EB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Komparasi 3 Algoritma :</a:t>
          </a:r>
          <a:endParaRPr lang="en-US" dirty="0"/>
        </a:p>
      </dgm:t>
    </dgm:pt>
    <dgm:pt modelId="{D6007DC2-1F43-4EEE-A15C-A93EDC451510}" type="parTrans" cxnId="{B6B233E5-7A48-41EF-9D2B-4F74B3DD23ED}">
      <dgm:prSet/>
      <dgm:spPr/>
      <dgm:t>
        <a:bodyPr/>
        <a:lstStyle/>
        <a:p>
          <a:endParaRPr lang="en-MY"/>
        </a:p>
      </dgm:t>
    </dgm:pt>
    <dgm:pt modelId="{80170D7A-3E9A-4F5A-A147-FD2C7FE5B879}" type="sibTrans" cxnId="{B6B233E5-7A48-41EF-9D2B-4F74B3DD23ED}">
      <dgm:prSet/>
      <dgm:spPr/>
      <dgm:t>
        <a:bodyPr/>
        <a:lstStyle/>
        <a:p>
          <a:endParaRPr lang="en-MY"/>
        </a:p>
      </dgm:t>
    </dgm:pt>
    <dgm:pt modelId="{B92F900B-53DE-4750-8858-863E6F595F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Normal Equation</a:t>
          </a:r>
          <a:endParaRPr lang="en-US" sz="1400" b="1" dirty="0"/>
        </a:p>
      </dgm:t>
    </dgm:pt>
    <dgm:pt modelId="{3C7429B2-9DF0-425D-9A4A-0E35D2A6CED8}" type="parTrans" cxnId="{91F286CC-5816-4F17-A4B7-BB80E542CE4E}">
      <dgm:prSet/>
      <dgm:spPr/>
      <dgm:t>
        <a:bodyPr/>
        <a:lstStyle/>
        <a:p>
          <a:endParaRPr lang="en-MY"/>
        </a:p>
      </dgm:t>
    </dgm:pt>
    <dgm:pt modelId="{0CAD3DCA-4BCE-4BB6-864C-1DB8D45FF20C}" type="sibTrans" cxnId="{91F286CC-5816-4F17-A4B7-BB80E542CE4E}">
      <dgm:prSet/>
      <dgm:spPr/>
      <dgm:t>
        <a:bodyPr/>
        <a:lstStyle/>
        <a:p>
          <a:endParaRPr lang="en-MY"/>
        </a:p>
      </dgm:t>
    </dgm:pt>
    <dgm:pt modelId="{56B69E04-51C8-4520-8DF8-E4694A1970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Gradient Descent Vanila</a:t>
          </a:r>
        </a:p>
      </dgm:t>
    </dgm:pt>
    <dgm:pt modelId="{AE0B3524-B3B0-42D3-9722-0FB652001C20}" type="parTrans" cxnId="{EE91C4D6-D528-4014-A577-14104A0943D7}">
      <dgm:prSet/>
      <dgm:spPr/>
      <dgm:t>
        <a:bodyPr/>
        <a:lstStyle/>
        <a:p>
          <a:endParaRPr lang="en-MY"/>
        </a:p>
      </dgm:t>
    </dgm:pt>
    <dgm:pt modelId="{854D4520-9114-4B8C-8271-8286D24577AF}" type="sibTrans" cxnId="{EE91C4D6-D528-4014-A577-14104A0943D7}">
      <dgm:prSet/>
      <dgm:spPr/>
      <dgm:t>
        <a:bodyPr/>
        <a:lstStyle/>
        <a:p>
          <a:endParaRPr lang="en-MY"/>
        </a:p>
      </dgm:t>
    </dgm:pt>
    <dgm:pt modelId="{E9F94A81-B163-4D7B-A520-EBB1375A3B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Tuned Gradient Descent</a:t>
          </a:r>
        </a:p>
      </dgm:t>
    </dgm:pt>
    <dgm:pt modelId="{2E95FCF9-6D99-420A-9B96-F21D89875DE4}" type="parTrans" cxnId="{8E731927-8F89-44AD-A27B-795D6BAC5469}">
      <dgm:prSet/>
      <dgm:spPr/>
      <dgm:t>
        <a:bodyPr/>
        <a:lstStyle/>
        <a:p>
          <a:endParaRPr lang="en-MY"/>
        </a:p>
      </dgm:t>
    </dgm:pt>
    <dgm:pt modelId="{F113B8CF-4585-4687-B2C1-69792DE65875}" type="sibTrans" cxnId="{8E731927-8F89-44AD-A27B-795D6BAC5469}">
      <dgm:prSet/>
      <dgm:spPr/>
      <dgm:t>
        <a:bodyPr/>
        <a:lstStyle/>
        <a:p>
          <a:endParaRPr lang="en-MY"/>
        </a:p>
      </dgm:t>
    </dgm:pt>
    <dgm:pt modelId="{8064A234-BF1F-4DAF-B90F-5480D92DC4B8}">
      <dgm:prSet/>
      <dgm:spPr/>
      <dgm:t>
        <a:bodyPr/>
        <a:lstStyle/>
        <a:p>
          <a:pPr>
            <a:lnSpc>
              <a:spcPct val="100000"/>
            </a:lnSpc>
          </a:pPr>
          <a:r>
            <a:rPr lang="en-MY" dirty="0" err="1"/>
            <a:t>Metrik</a:t>
          </a:r>
          <a:r>
            <a:rPr lang="en-MY" dirty="0"/>
            <a:t> Uji: Waktu (&lt;chrono&gt;), Memori RAM (Windows API), dan </a:t>
          </a:r>
          <a:r>
            <a:rPr lang="en-MY" dirty="0" err="1"/>
            <a:t>Akurasi</a:t>
          </a:r>
          <a:r>
            <a:rPr lang="en-MY" dirty="0"/>
            <a:t> (MSE, RMSE, MAE, R^2).</a:t>
          </a:r>
          <a:endParaRPr lang="en-US" dirty="0"/>
        </a:p>
      </dgm:t>
    </dgm:pt>
    <dgm:pt modelId="{B622D86A-3457-40CE-AAE4-3F9B7C305234}" type="parTrans" cxnId="{73DE7BB8-92F1-46E7-BAD3-D5018ED6D73A}">
      <dgm:prSet/>
      <dgm:spPr/>
      <dgm:t>
        <a:bodyPr/>
        <a:lstStyle/>
        <a:p>
          <a:endParaRPr lang="en-MY"/>
        </a:p>
      </dgm:t>
    </dgm:pt>
    <dgm:pt modelId="{F9B93003-B9F8-4BED-81D0-8B6CDA42172F}" type="sibTrans" cxnId="{73DE7BB8-92F1-46E7-BAD3-D5018ED6D73A}">
      <dgm:prSet/>
      <dgm:spPr/>
      <dgm:t>
        <a:bodyPr/>
        <a:lstStyle/>
        <a:p>
          <a:endParaRPr lang="en-MY"/>
        </a:p>
      </dgm:t>
    </dgm:pt>
    <dgm:pt modelId="{3C4F3C42-7020-4191-84EA-967F217D3615}" type="pres">
      <dgm:prSet presAssocID="{FE08559D-8337-4A6E-AAAC-2678E01F98F9}" presName="root" presStyleCnt="0">
        <dgm:presLayoutVars>
          <dgm:dir/>
          <dgm:resizeHandles val="exact"/>
        </dgm:presLayoutVars>
      </dgm:prSet>
      <dgm:spPr/>
    </dgm:pt>
    <dgm:pt modelId="{9E46882C-BECE-46D0-A135-C91F5BC98DB1}" type="pres">
      <dgm:prSet presAssocID="{85AA5D8F-5F69-462A-93FB-F1BA44709F0A}" presName="compNode" presStyleCnt="0"/>
      <dgm:spPr/>
    </dgm:pt>
    <dgm:pt modelId="{86571330-8E11-46A8-98AD-E775DB58FE69}" type="pres">
      <dgm:prSet presAssocID="{85AA5D8F-5F69-462A-93FB-F1BA44709F0A}" presName="bgRect" presStyleLbl="bgShp" presStyleIdx="0" presStyleCnt="5"/>
      <dgm:spPr/>
    </dgm:pt>
    <dgm:pt modelId="{04294C86-5B50-4EAA-AF41-6314C2F42296}" type="pres">
      <dgm:prSet presAssocID="{85AA5D8F-5F69-462A-93FB-F1BA44709F0A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CEFB26F4-2B62-475D-8FEA-B9A129086E79}" type="pres">
      <dgm:prSet presAssocID="{85AA5D8F-5F69-462A-93FB-F1BA44709F0A}" presName="spaceRect" presStyleCnt="0"/>
      <dgm:spPr/>
    </dgm:pt>
    <dgm:pt modelId="{E7C1B605-ACB0-4AC3-AA7D-3A4FE125391A}" type="pres">
      <dgm:prSet presAssocID="{85AA5D8F-5F69-462A-93FB-F1BA44709F0A}" presName="parTx" presStyleLbl="revTx" presStyleIdx="0" presStyleCnt="6">
        <dgm:presLayoutVars>
          <dgm:chMax val="0"/>
          <dgm:chPref val="0"/>
        </dgm:presLayoutVars>
      </dgm:prSet>
      <dgm:spPr/>
    </dgm:pt>
    <dgm:pt modelId="{FA23C2C4-FB48-4E04-BA2E-4E3CDF6273AC}" type="pres">
      <dgm:prSet presAssocID="{DD59AA08-1673-40DE-9857-B7EE3831CECB}" presName="sibTrans" presStyleCnt="0"/>
      <dgm:spPr/>
    </dgm:pt>
    <dgm:pt modelId="{D0F841CB-087A-4D6F-B864-2B445975B079}" type="pres">
      <dgm:prSet presAssocID="{807050C1-8C11-475E-8C01-26B31FE5EB00}" presName="compNode" presStyleCnt="0"/>
      <dgm:spPr/>
    </dgm:pt>
    <dgm:pt modelId="{56D79F9F-8B7B-43A2-ACC6-DC01DEFE174F}" type="pres">
      <dgm:prSet presAssocID="{807050C1-8C11-475E-8C01-26B31FE5EB00}" presName="bgRect" presStyleLbl="bgShp" presStyleIdx="1" presStyleCnt="5"/>
      <dgm:spPr/>
    </dgm:pt>
    <dgm:pt modelId="{EEEBBDBC-8178-4624-BF0E-80F7C85B6753}" type="pres">
      <dgm:prSet presAssocID="{807050C1-8C11-475E-8C01-26B31FE5EB00}" presName="iconRect" presStyleLbl="node1" presStyleIdx="1" presStyleCnt="5"/>
      <dgm:spPr/>
    </dgm:pt>
    <dgm:pt modelId="{96FBE269-F1B1-43F4-97C8-C4610372227C}" type="pres">
      <dgm:prSet presAssocID="{807050C1-8C11-475E-8C01-26B31FE5EB00}" presName="spaceRect" presStyleCnt="0"/>
      <dgm:spPr/>
    </dgm:pt>
    <dgm:pt modelId="{1BBAC8CA-CC01-433A-B510-15C9853E2A9F}" type="pres">
      <dgm:prSet presAssocID="{807050C1-8C11-475E-8C01-26B31FE5EB00}" presName="parTx" presStyleLbl="revTx" presStyleIdx="1" presStyleCnt="6">
        <dgm:presLayoutVars>
          <dgm:chMax val="0"/>
          <dgm:chPref val="0"/>
        </dgm:presLayoutVars>
      </dgm:prSet>
      <dgm:spPr/>
    </dgm:pt>
    <dgm:pt modelId="{CE2EC13B-828B-4729-969C-C7E824CEF7BD}" type="pres">
      <dgm:prSet presAssocID="{807050C1-8C11-475E-8C01-26B31FE5EB00}" presName="desTx" presStyleLbl="revTx" presStyleIdx="2" presStyleCnt="6">
        <dgm:presLayoutVars/>
      </dgm:prSet>
      <dgm:spPr/>
    </dgm:pt>
    <dgm:pt modelId="{C36A4C0B-D8C5-4A2E-87E0-3AB19282132A}" type="pres">
      <dgm:prSet presAssocID="{80170D7A-3E9A-4F5A-A147-FD2C7FE5B879}" presName="sibTrans" presStyleCnt="0"/>
      <dgm:spPr/>
    </dgm:pt>
    <dgm:pt modelId="{347F412D-DDFA-4BB9-82E4-7328FCE77A96}" type="pres">
      <dgm:prSet presAssocID="{8064A234-BF1F-4DAF-B90F-5480D92DC4B8}" presName="compNode" presStyleCnt="0"/>
      <dgm:spPr/>
    </dgm:pt>
    <dgm:pt modelId="{74EEF5FE-0645-4875-8A6D-D9E525D38BB9}" type="pres">
      <dgm:prSet presAssocID="{8064A234-BF1F-4DAF-B90F-5480D92DC4B8}" presName="bgRect" presStyleLbl="bgShp" presStyleIdx="2" presStyleCnt="5"/>
      <dgm:spPr/>
    </dgm:pt>
    <dgm:pt modelId="{8AAFAEF8-CC7C-4A37-A892-33745DF833BD}" type="pres">
      <dgm:prSet presAssocID="{8064A234-BF1F-4DAF-B90F-5480D92DC4B8}" presName="iconRect" presStyleLbl="node1" presStyleIdx="2" presStyleCnt="5"/>
      <dgm:spPr/>
    </dgm:pt>
    <dgm:pt modelId="{80003962-E3BE-469F-85A7-D4DB1AA4E862}" type="pres">
      <dgm:prSet presAssocID="{8064A234-BF1F-4DAF-B90F-5480D92DC4B8}" presName="spaceRect" presStyleCnt="0"/>
      <dgm:spPr/>
    </dgm:pt>
    <dgm:pt modelId="{FED68ED4-F4A8-4999-B56D-D7B33ED1E9E1}" type="pres">
      <dgm:prSet presAssocID="{8064A234-BF1F-4DAF-B90F-5480D92DC4B8}" presName="parTx" presStyleLbl="revTx" presStyleIdx="3" presStyleCnt="6">
        <dgm:presLayoutVars>
          <dgm:chMax val="0"/>
          <dgm:chPref val="0"/>
        </dgm:presLayoutVars>
      </dgm:prSet>
      <dgm:spPr/>
    </dgm:pt>
    <dgm:pt modelId="{1E51939E-E7AE-40D8-8B9B-5B3C974E105D}" type="pres">
      <dgm:prSet presAssocID="{F9B93003-B9F8-4BED-81D0-8B6CDA42172F}" presName="sibTrans" presStyleCnt="0"/>
      <dgm:spPr/>
    </dgm:pt>
    <dgm:pt modelId="{F19AB5E5-8AC2-437D-AF4C-2E66DC50B40C}" type="pres">
      <dgm:prSet presAssocID="{249C59D7-CBE6-4896-8949-B4A425BC15AA}" presName="compNode" presStyleCnt="0"/>
      <dgm:spPr/>
    </dgm:pt>
    <dgm:pt modelId="{408C9004-E47E-49AE-B9CB-993ED74C482C}" type="pres">
      <dgm:prSet presAssocID="{249C59D7-CBE6-4896-8949-B4A425BC15AA}" presName="bgRect" presStyleLbl="bgShp" presStyleIdx="3" presStyleCnt="5"/>
      <dgm:spPr/>
    </dgm:pt>
    <dgm:pt modelId="{83C48CF6-C7BB-45FD-8C92-8A8BBFBD8D99}" type="pres">
      <dgm:prSet presAssocID="{249C59D7-CBE6-4896-8949-B4A425BC15AA}" presName="iconRect" presStyleLbl="node1" presStyleIdx="3" presStyleCnt="5"/>
      <dgm:spPr/>
    </dgm:pt>
    <dgm:pt modelId="{D129BEAB-C015-4B9E-A133-417177B272F4}" type="pres">
      <dgm:prSet presAssocID="{249C59D7-CBE6-4896-8949-B4A425BC15AA}" presName="spaceRect" presStyleCnt="0"/>
      <dgm:spPr/>
    </dgm:pt>
    <dgm:pt modelId="{0B38EFF2-8340-44DB-A76C-B231D0E10C01}" type="pres">
      <dgm:prSet presAssocID="{249C59D7-CBE6-4896-8949-B4A425BC15AA}" presName="parTx" presStyleLbl="revTx" presStyleIdx="4" presStyleCnt="6">
        <dgm:presLayoutVars>
          <dgm:chMax val="0"/>
          <dgm:chPref val="0"/>
        </dgm:presLayoutVars>
      </dgm:prSet>
      <dgm:spPr/>
    </dgm:pt>
    <dgm:pt modelId="{ED07E050-CD52-455F-9C86-4CEF23FD9318}" type="pres">
      <dgm:prSet presAssocID="{40C8FDEB-14FF-43EB-A3B0-9740B92F27E3}" presName="sibTrans" presStyleCnt="0"/>
      <dgm:spPr/>
    </dgm:pt>
    <dgm:pt modelId="{7C57AA9C-F789-46C1-80A3-FBF4C23298FE}" type="pres">
      <dgm:prSet presAssocID="{CEE68528-AF2B-4779-AC55-60395E7395BB}" presName="compNode" presStyleCnt="0"/>
      <dgm:spPr/>
    </dgm:pt>
    <dgm:pt modelId="{2112CAB0-F140-404C-BCA9-40A3DE4D654F}" type="pres">
      <dgm:prSet presAssocID="{CEE68528-AF2B-4779-AC55-60395E7395BB}" presName="bgRect" presStyleLbl="bgShp" presStyleIdx="4" presStyleCnt="5"/>
      <dgm:spPr/>
    </dgm:pt>
    <dgm:pt modelId="{1EBE7DDA-BF30-481A-854A-5BA5B98CABFA}" type="pres">
      <dgm:prSet presAssocID="{CEE68528-AF2B-4779-AC55-60395E7395B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43693BE-A8E9-49FC-B7AE-2AF3A7CC053E}" type="pres">
      <dgm:prSet presAssocID="{CEE68528-AF2B-4779-AC55-60395E7395BB}" presName="spaceRect" presStyleCnt="0"/>
      <dgm:spPr/>
    </dgm:pt>
    <dgm:pt modelId="{2A60244E-E964-45B3-84E9-D98EFEB5229E}" type="pres">
      <dgm:prSet presAssocID="{CEE68528-AF2B-4779-AC55-60395E7395B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407D3D06-3817-46A3-B43B-C7392617AA0B}" type="presOf" srcId="{8064A234-BF1F-4DAF-B90F-5480D92DC4B8}" destId="{FED68ED4-F4A8-4999-B56D-D7B33ED1E9E1}" srcOrd="0" destOrd="0" presId="urn:microsoft.com/office/officeart/2018/2/layout/IconVerticalSolidList"/>
    <dgm:cxn modelId="{8E731927-8F89-44AD-A27B-795D6BAC5469}" srcId="{807050C1-8C11-475E-8C01-26B31FE5EB00}" destId="{E9F94A81-B163-4D7B-A520-EBB1375A3BEB}" srcOrd="2" destOrd="0" parTransId="{2E95FCF9-6D99-420A-9B96-F21D89875DE4}" sibTransId="{F113B8CF-4585-4687-B2C1-69792DE65875}"/>
    <dgm:cxn modelId="{FF25622B-E123-43D9-AA68-4D50737E5827}" type="presOf" srcId="{56B69E04-51C8-4520-8DF8-E4694A197088}" destId="{CE2EC13B-828B-4729-969C-C7E824CEF7BD}" srcOrd="0" destOrd="1" presId="urn:microsoft.com/office/officeart/2018/2/layout/IconVerticalSolidList"/>
    <dgm:cxn modelId="{EB3CB932-8637-460D-BAF8-879682B25723}" srcId="{FE08559D-8337-4A6E-AAAC-2678E01F98F9}" destId="{249C59D7-CBE6-4896-8949-B4A425BC15AA}" srcOrd="3" destOrd="0" parTransId="{D99F8772-23FC-4165-8EBD-FCF331F9A13E}" sibTransId="{40C8FDEB-14FF-43EB-A3B0-9740B92F27E3}"/>
    <dgm:cxn modelId="{BAE98138-2F3C-4091-8ECE-376A343731F0}" type="presOf" srcId="{249C59D7-CBE6-4896-8949-B4A425BC15AA}" destId="{0B38EFF2-8340-44DB-A76C-B231D0E10C01}" srcOrd="0" destOrd="0" presId="urn:microsoft.com/office/officeart/2018/2/layout/IconVerticalSolidList"/>
    <dgm:cxn modelId="{0870955B-1366-43EA-A3CE-C96E49997E37}" type="presOf" srcId="{CEE68528-AF2B-4779-AC55-60395E7395BB}" destId="{2A60244E-E964-45B3-84E9-D98EFEB5229E}" srcOrd="0" destOrd="0" presId="urn:microsoft.com/office/officeart/2018/2/layout/IconVerticalSolidList"/>
    <dgm:cxn modelId="{4D4A4D48-9AB9-488B-BE02-C810BC26887F}" type="presOf" srcId="{E9F94A81-B163-4D7B-A520-EBB1375A3BEB}" destId="{CE2EC13B-828B-4729-969C-C7E824CEF7BD}" srcOrd="0" destOrd="2" presId="urn:microsoft.com/office/officeart/2018/2/layout/IconVerticalSolidList"/>
    <dgm:cxn modelId="{2787F34A-D701-48B0-9F0E-A5C3F1189F98}" type="presOf" srcId="{B92F900B-53DE-4750-8858-863E6F595F83}" destId="{CE2EC13B-828B-4729-969C-C7E824CEF7BD}" srcOrd="0" destOrd="0" presId="urn:microsoft.com/office/officeart/2018/2/layout/IconVerticalSolidList"/>
    <dgm:cxn modelId="{CE68FB7C-7B5F-4C41-B469-EE6A4DD1CF8C}" type="presOf" srcId="{85AA5D8F-5F69-462A-93FB-F1BA44709F0A}" destId="{E7C1B605-ACB0-4AC3-AA7D-3A4FE125391A}" srcOrd="0" destOrd="0" presId="urn:microsoft.com/office/officeart/2018/2/layout/IconVerticalSolidList"/>
    <dgm:cxn modelId="{92819780-0AF9-4E2B-8D00-0D6DDD2A47BC}" srcId="{FE08559D-8337-4A6E-AAAC-2678E01F98F9}" destId="{CEE68528-AF2B-4779-AC55-60395E7395BB}" srcOrd="4" destOrd="0" parTransId="{F5B4735F-0CBC-4469-8BB2-2E12E4719F14}" sibTransId="{F3258BB6-D4A7-46ED-A2B6-41602EC3AA21}"/>
    <dgm:cxn modelId="{6FACEAAC-0D2E-46C4-A39E-FE9F30604E5C}" srcId="{FE08559D-8337-4A6E-AAAC-2678E01F98F9}" destId="{85AA5D8F-5F69-462A-93FB-F1BA44709F0A}" srcOrd="0" destOrd="0" parTransId="{EE086127-5C67-435D-81F6-DF6C77BEA56C}" sibTransId="{DD59AA08-1673-40DE-9857-B7EE3831CECB}"/>
    <dgm:cxn modelId="{73DE7BB8-92F1-46E7-BAD3-D5018ED6D73A}" srcId="{FE08559D-8337-4A6E-AAAC-2678E01F98F9}" destId="{8064A234-BF1F-4DAF-B90F-5480D92DC4B8}" srcOrd="2" destOrd="0" parTransId="{B622D86A-3457-40CE-AAE4-3F9B7C305234}" sibTransId="{F9B93003-B9F8-4BED-81D0-8B6CDA42172F}"/>
    <dgm:cxn modelId="{7299DCBD-7CA8-461C-84D7-7FE6DFCC5EDA}" type="presOf" srcId="{FE08559D-8337-4A6E-AAAC-2678E01F98F9}" destId="{3C4F3C42-7020-4191-84EA-967F217D3615}" srcOrd="0" destOrd="0" presId="urn:microsoft.com/office/officeart/2018/2/layout/IconVerticalSolidList"/>
    <dgm:cxn modelId="{91F286CC-5816-4F17-A4B7-BB80E542CE4E}" srcId="{807050C1-8C11-475E-8C01-26B31FE5EB00}" destId="{B92F900B-53DE-4750-8858-863E6F595F83}" srcOrd="0" destOrd="0" parTransId="{3C7429B2-9DF0-425D-9A4A-0E35D2A6CED8}" sibTransId="{0CAD3DCA-4BCE-4BB6-864C-1DB8D45FF20C}"/>
    <dgm:cxn modelId="{EE91C4D6-D528-4014-A577-14104A0943D7}" srcId="{807050C1-8C11-475E-8C01-26B31FE5EB00}" destId="{56B69E04-51C8-4520-8DF8-E4694A197088}" srcOrd="1" destOrd="0" parTransId="{AE0B3524-B3B0-42D3-9722-0FB652001C20}" sibTransId="{854D4520-9114-4B8C-8271-8286D24577AF}"/>
    <dgm:cxn modelId="{0D510EE1-1683-463C-8423-945C1A024DB0}" type="presOf" srcId="{807050C1-8C11-475E-8C01-26B31FE5EB00}" destId="{1BBAC8CA-CC01-433A-B510-15C9853E2A9F}" srcOrd="0" destOrd="0" presId="urn:microsoft.com/office/officeart/2018/2/layout/IconVerticalSolidList"/>
    <dgm:cxn modelId="{B6B233E5-7A48-41EF-9D2B-4F74B3DD23ED}" srcId="{FE08559D-8337-4A6E-AAAC-2678E01F98F9}" destId="{807050C1-8C11-475E-8C01-26B31FE5EB00}" srcOrd="1" destOrd="0" parTransId="{D6007DC2-1F43-4EEE-A15C-A93EDC451510}" sibTransId="{80170D7A-3E9A-4F5A-A147-FD2C7FE5B879}"/>
    <dgm:cxn modelId="{02AFDE86-D1D1-44E2-941E-EEB720F45454}" type="presParOf" srcId="{3C4F3C42-7020-4191-84EA-967F217D3615}" destId="{9E46882C-BECE-46D0-A135-C91F5BC98DB1}" srcOrd="0" destOrd="0" presId="urn:microsoft.com/office/officeart/2018/2/layout/IconVerticalSolidList"/>
    <dgm:cxn modelId="{B042ABFA-464D-4E7C-BBFC-38EC0AB9D03C}" type="presParOf" srcId="{9E46882C-BECE-46D0-A135-C91F5BC98DB1}" destId="{86571330-8E11-46A8-98AD-E775DB58FE69}" srcOrd="0" destOrd="0" presId="urn:microsoft.com/office/officeart/2018/2/layout/IconVerticalSolidList"/>
    <dgm:cxn modelId="{99374E9D-EDD8-4EFC-92ED-8C08A409FDE3}" type="presParOf" srcId="{9E46882C-BECE-46D0-A135-C91F5BC98DB1}" destId="{04294C86-5B50-4EAA-AF41-6314C2F42296}" srcOrd="1" destOrd="0" presId="urn:microsoft.com/office/officeart/2018/2/layout/IconVerticalSolidList"/>
    <dgm:cxn modelId="{B3D65D15-E8F5-41F8-BC46-797D341AD9A1}" type="presParOf" srcId="{9E46882C-BECE-46D0-A135-C91F5BC98DB1}" destId="{CEFB26F4-2B62-475D-8FEA-B9A129086E79}" srcOrd="2" destOrd="0" presId="urn:microsoft.com/office/officeart/2018/2/layout/IconVerticalSolidList"/>
    <dgm:cxn modelId="{CCA7AE9A-4C33-4EC4-A45C-6103F6B613DB}" type="presParOf" srcId="{9E46882C-BECE-46D0-A135-C91F5BC98DB1}" destId="{E7C1B605-ACB0-4AC3-AA7D-3A4FE125391A}" srcOrd="3" destOrd="0" presId="urn:microsoft.com/office/officeart/2018/2/layout/IconVerticalSolidList"/>
    <dgm:cxn modelId="{7C69F2D6-7A15-4A68-A4B7-2997B179945E}" type="presParOf" srcId="{3C4F3C42-7020-4191-84EA-967F217D3615}" destId="{FA23C2C4-FB48-4E04-BA2E-4E3CDF6273AC}" srcOrd="1" destOrd="0" presId="urn:microsoft.com/office/officeart/2018/2/layout/IconVerticalSolidList"/>
    <dgm:cxn modelId="{6D7D6EAB-153A-404C-A1B2-DD50C0601ECA}" type="presParOf" srcId="{3C4F3C42-7020-4191-84EA-967F217D3615}" destId="{D0F841CB-087A-4D6F-B864-2B445975B079}" srcOrd="2" destOrd="0" presId="urn:microsoft.com/office/officeart/2018/2/layout/IconVerticalSolidList"/>
    <dgm:cxn modelId="{7D217C22-1D5F-4DBA-ABCD-47C1078DBDE2}" type="presParOf" srcId="{D0F841CB-087A-4D6F-B864-2B445975B079}" destId="{56D79F9F-8B7B-43A2-ACC6-DC01DEFE174F}" srcOrd="0" destOrd="0" presId="urn:microsoft.com/office/officeart/2018/2/layout/IconVerticalSolidList"/>
    <dgm:cxn modelId="{101658CA-3587-4012-B741-20A1DA624BC4}" type="presParOf" srcId="{D0F841CB-087A-4D6F-B864-2B445975B079}" destId="{EEEBBDBC-8178-4624-BF0E-80F7C85B6753}" srcOrd="1" destOrd="0" presId="urn:microsoft.com/office/officeart/2018/2/layout/IconVerticalSolidList"/>
    <dgm:cxn modelId="{57D7734E-6ACC-4A05-ADC4-3C1B04325A20}" type="presParOf" srcId="{D0F841CB-087A-4D6F-B864-2B445975B079}" destId="{96FBE269-F1B1-43F4-97C8-C4610372227C}" srcOrd="2" destOrd="0" presId="urn:microsoft.com/office/officeart/2018/2/layout/IconVerticalSolidList"/>
    <dgm:cxn modelId="{118EB5D3-1276-418D-844A-990EAFE04B7F}" type="presParOf" srcId="{D0F841CB-087A-4D6F-B864-2B445975B079}" destId="{1BBAC8CA-CC01-433A-B510-15C9853E2A9F}" srcOrd="3" destOrd="0" presId="urn:microsoft.com/office/officeart/2018/2/layout/IconVerticalSolidList"/>
    <dgm:cxn modelId="{B15EE49B-CCC0-4B1F-ACFB-FDE38D0270F7}" type="presParOf" srcId="{D0F841CB-087A-4D6F-B864-2B445975B079}" destId="{CE2EC13B-828B-4729-969C-C7E824CEF7BD}" srcOrd="4" destOrd="0" presId="urn:microsoft.com/office/officeart/2018/2/layout/IconVerticalSolidList"/>
    <dgm:cxn modelId="{05F56AD4-344D-46B4-90CB-6AD50F789385}" type="presParOf" srcId="{3C4F3C42-7020-4191-84EA-967F217D3615}" destId="{C36A4C0B-D8C5-4A2E-87E0-3AB19282132A}" srcOrd="3" destOrd="0" presId="urn:microsoft.com/office/officeart/2018/2/layout/IconVerticalSolidList"/>
    <dgm:cxn modelId="{553AF792-3FD3-4D65-98F9-1F60E9666B0E}" type="presParOf" srcId="{3C4F3C42-7020-4191-84EA-967F217D3615}" destId="{347F412D-DDFA-4BB9-82E4-7328FCE77A96}" srcOrd="4" destOrd="0" presId="urn:microsoft.com/office/officeart/2018/2/layout/IconVerticalSolidList"/>
    <dgm:cxn modelId="{67ABFB2B-8F32-4CAC-A2B0-6100A9322CF9}" type="presParOf" srcId="{347F412D-DDFA-4BB9-82E4-7328FCE77A96}" destId="{74EEF5FE-0645-4875-8A6D-D9E525D38BB9}" srcOrd="0" destOrd="0" presId="urn:microsoft.com/office/officeart/2018/2/layout/IconVerticalSolidList"/>
    <dgm:cxn modelId="{8C4E673E-D708-4D6C-940E-8DDA7D6F03CE}" type="presParOf" srcId="{347F412D-DDFA-4BB9-82E4-7328FCE77A96}" destId="{8AAFAEF8-CC7C-4A37-A892-33745DF833BD}" srcOrd="1" destOrd="0" presId="urn:microsoft.com/office/officeart/2018/2/layout/IconVerticalSolidList"/>
    <dgm:cxn modelId="{5AE62B1E-1136-4AE1-BB59-72B1A2D823D6}" type="presParOf" srcId="{347F412D-DDFA-4BB9-82E4-7328FCE77A96}" destId="{80003962-E3BE-469F-85A7-D4DB1AA4E862}" srcOrd="2" destOrd="0" presId="urn:microsoft.com/office/officeart/2018/2/layout/IconVerticalSolidList"/>
    <dgm:cxn modelId="{8E6F4B11-74F7-4082-B983-C5C6B614064D}" type="presParOf" srcId="{347F412D-DDFA-4BB9-82E4-7328FCE77A96}" destId="{FED68ED4-F4A8-4999-B56D-D7B33ED1E9E1}" srcOrd="3" destOrd="0" presId="urn:microsoft.com/office/officeart/2018/2/layout/IconVerticalSolidList"/>
    <dgm:cxn modelId="{ACCEA82B-67B8-46E8-ABD5-581F8A3E4A8B}" type="presParOf" srcId="{3C4F3C42-7020-4191-84EA-967F217D3615}" destId="{1E51939E-E7AE-40D8-8B9B-5B3C974E105D}" srcOrd="5" destOrd="0" presId="urn:microsoft.com/office/officeart/2018/2/layout/IconVerticalSolidList"/>
    <dgm:cxn modelId="{B89D1D73-BDD3-4BA2-9BAC-D072CD31D3EB}" type="presParOf" srcId="{3C4F3C42-7020-4191-84EA-967F217D3615}" destId="{F19AB5E5-8AC2-437D-AF4C-2E66DC50B40C}" srcOrd="6" destOrd="0" presId="urn:microsoft.com/office/officeart/2018/2/layout/IconVerticalSolidList"/>
    <dgm:cxn modelId="{8CB13DCD-C2F5-4226-ABD5-9E1D7B38A4A6}" type="presParOf" srcId="{F19AB5E5-8AC2-437D-AF4C-2E66DC50B40C}" destId="{408C9004-E47E-49AE-B9CB-993ED74C482C}" srcOrd="0" destOrd="0" presId="urn:microsoft.com/office/officeart/2018/2/layout/IconVerticalSolidList"/>
    <dgm:cxn modelId="{F69FCB95-54E7-4061-9076-62842C58DBB0}" type="presParOf" srcId="{F19AB5E5-8AC2-437D-AF4C-2E66DC50B40C}" destId="{83C48CF6-C7BB-45FD-8C92-8A8BBFBD8D99}" srcOrd="1" destOrd="0" presId="urn:microsoft.com/office/officeart/2018/2/layout/IconVerticalSolidList"/>
    <dgm:cxn modelId="{2775128C-205A-41A5-8381-9FC5669F214B}" type="presParOf" srcId="{F19AB5E5-8AC2-437D-AF4C-2E66DC50B40C}" destId="{D129BEAB-C015-4B9E-A133-417177B272F4}" srcOrd="2" destOrd="0" presId="urn:microsoft.com/office/officeart/2018/2/layout/IconVerticalSolidList"/>
    <dgm:cxn modelId="{4A934CFF-EBD5-4CE2-805C-722237AE88D0}" type="presParOf" srcId="{F19AB5E5-8AC2-437D-AF4C-2E66DC50B40C}" destId="{0B38EFF2-8340-44DB-A76C-B231D0E10C01}" srcOrd="3" destOrd="0" presId="urn:microsoft.com/office/officeart/2018/2/layout/IconVerticalSolidList"/>
    <dgm:cxn modelId="{827861F1-D454-46EB-A4D9-E81EEB84AA9A}" type="presParOf" srcId="{3C4F3C42-7020-4191-84EA-967F217D3615}" destId="{ED07E050-CD52-455F-9C86-4CEF23FD9318}" srcOrd="7" destOrd="0" presId="urn:microsoft.com/office/officeart/2018/2/layout/IconVerticalSolidList"/>
    <dgm:cxn modelId="{25D600DF-B4D9-462A-BA8F-15074EAE2EB8}" type="presParOf" srcId="{3C4F3C42-7020-4191-84EA-967F217D3615}" destId="{7C57AA9C-F789-46C1-80A3-FBF4C23298FE}" srcOrd="8" destOrd="0" presId="urn:microsoft.com/office/officeart/2018/2/layout/IconVerticalSolidList"/>
    <dgm:cxn modelId="{9E9C5301-0BB3-4E98-846A-A78084F49F0B}" type="presParOf" srcId="{7C57AA9C-F789-46C1-80A3-FBF4C23298FE}" destId="{2112CAB0-F140-404C-BCA9-40A3DE4D654F}" srcOrd="0" destOrd="0" presId="urn:microsoft.com/office/officeart/2018/2/layout/IconVerticalSolidList"/>
    <dgm:cxn modelId="{EC63F745-841A-4103-96F3-4DB54C34B798}" type="presParOf" srcId="{7C57AA9C-F789-46C1-80A3-FBF4C23298FE}" destId="{1EBE7DDA-BF30-481A-854A-5BA5B98CABFA}" srcOrd="1" destOrd="0" presId="urn:microsoft.com/office/officeart/2018/2/layout/IconVerticalSolidList"/>
    <dgm:cxn modelId="{0E4DC8B3-5931-4EFE-A433-281E1C284AC1}" type="presParOf" srcId="{7C57AA9C-F789-46C1-80A3-FBF4C23298FE}" destId="{643693BE-A8E9-49FC-B7AE-2AF3A7CC053E}" srcOrd="2" destOrd="0" presId="urn:microsoft.com/office/officeart/2018/2/layout/IconVerticalSolidList"/>
    <dgm:cxn modelId="{7DDC36A8-6DDD-4E7D-8C5A-267C90C4F030}" type="presParOf" srcId="{7C57AA9C-F789-46C1-80A3-FBF4C23298FE}" destId="{2A60244E-E964-45B3-84E9-D98EFEB522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DE1C87-5C51-44D5-9CC6-4F459036CA2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CBCF089-6713-439E-AD46-8CEC9DD71362}">
      <dgm:prSet/>
      <dgm:spPr/>
      <dgm:t>
        <a:bodyPr/>
        <a:lstStyle/>
        <a:p>
          <a:r>
            <a:rPr lang="en-MY" b="1" dirty="0" err="1"/>
            <a:t>Akurasi</a:t>
          </a:r>
          <a:r>
            <a:rPr lang="en-MY" b="1" dirty="0"/>
            <a:t> (R^2 ~0.93):</a:t>
          </a:r>
          <a:endParaRPr lang="en-US" b="1" dirty="0"/>
        </a:p>
      </dgm:t>
    </dgm:pt>
    <dgm:pt modelId="{83370664-EEA5-47E5-85B2-4C6D10E8BB11}" type="parTrans" cxnId="{2437A840-BD6C-420D-966A-F29CEC77E1F3}">
      <dgm:prSet/>
      <dgm:spPr/>
      <dgm:t>
        <a:bodyPr/>
        <a:lstStyle/>
        <a:p>
          <a:endParaRPr lang="en-US"/>
        </a:p>
      </dgm:t>
    </dgm:pt>
    <dgm:pt modelId="{BC4CFBD0-F3AC-435B-ACCE-CACDC616F123}" type="sibTrans" cxnId="{2437A840-BD6C-420D-966A-F29CEC77E1F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2FDD03F-22EB-4C44-970F-FB1C130A7D6F}">
      <dgm:prSet custT="1"/>
      <dgm:spPr/>
      <dgm:t>
        <a:bodyPr/>
        <a:lstStyle/>
        <a:p>
          <a:r>
            <a:rPr lang="en-MY" sz="2100" b="1" dirty="0" err="1"/>
            <a:t>Kecepatan</a:t>
          </a:r>
          <a:r>
            <a:rPr lang="en-MY" sz="2100" b="1" dirty="0"/>
            <a:t> </a:t>
          </a:r>
          <a:r>
            <a:rPr lang="en-MY" sz="2100" b="1" dirty="0" err="1"/>
            <a:t>Komputasi</a:t>
          </a:r>
          <a:r>
            <a:rPr lang="en-MY" sz="2100" b="1" dirty="0"/>
            <a:t>:</a:t>
          </a:r>
          <a:endParaRPr lang="en-US" sz="2100" b="1" dirty="0"/>
        </a:p>
      </dgm:t>
    </dgm:pt>
    <dgm:pt modelId="{3ECCDDD3-8C47-4FCC-A4FD-F22013BA6E99}" type="parTrans" cxnId="{AE03AF82-7093-41CF-9668-095285EE6357}">
      <dgm:prSet/>
      <dgm:spPr/>
      <dgm:t>
        <a:bodyPr/>
        <a:lstStyle/>
        <a:p>
          <a:endParaRPr lang="en-US"/>
        </a:p>
      </dgm:t>
    </dgm:pt>
    <dgm:pt modelId="{D880E2E8-6C4F-4326-9449-CC81CE1F7F66}" type="sibTrans" cxnId="{AE03AF82-7093-41CF-9668-095285EE6357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1627425-E951-45DA-818B-F39D7863CB3C}">
      <dgm:prSet/>
      <dgm:spPr/>
      <dgm:t>
        <a:bodyPr/>
        <a:lstStyle/>
        <a:p>
          <a:r>
            <a:rPr lang="en-MY" b="1" dirty="0" err="1"/>
            <a:t>Efisiensi</a:t>
          </a:r>
          <a:r>
            <a:rPr lang="en-MY" b="1" dirty="0"/>
            <a:t> </a:t>
          </a:r>
          <a:r>
            <a:rPr lang="en-MY" b="1" dirty="0" err="1"/>
            <a:t>Iterasi</a:t>
          </a:r>
          <a:r>
            <a:rPr lang="en-MY" b="1" dirty="0"/>
            <a:t>: </a:t>
          </a:r>
        </a:p>
        <a:p>
          <a:r>
            <a:rPr lang="en-MY" dirty="0" err="1"/>
            <a:t>Berkat</a:t>
          </a:r>
          <a:r>
            <a:rPr lang="en-MY" dirty="0"/>
            <a:t> early stopping, Tuned GD : </a:t>
          </a:r>
          <a:r>
            <a:rPr lang="en-MY" dirty="0" err="1"/>
            <a:t>konvergen</a:t>
          </a:r>
          <a:r>
            <a:rPr lang="en-MY" dirty="0"/>
            <a:t> </a:t>
          </a:r>
          <a:r>
            <a:rPr lang="en-MY" dirty="0" err="1"/>
            <a:t>hanya</a:t>
          </a:r>
          <a:r>
            <a:rPr lang="en-MY" dirty="0"/>
            <a:t> </a:t>
          </a:r>
          <a:r>
            <a:rPr lang="en-MY" dirty="0" err="1"/>
            <a:t>dalam</a:t>
          </a:r>
          <a:r>
            <a:rPr lang="en-MY" dirty="0"/>
            <a:t> 540 </a:t>
          </a:r>
          <a:r>
            <a:rPr lang="en-MY" dirty="0" err="1"/>
            <a:t>iterasi</a:t>
          </a:r>
          <a:r>
            <a:rPr lang="en-MY" dirty="0"/>
            <a:t>, </a:t>
          </a:r>
          <a:r>
            <a:rPr lang="en-MY" dirty="0" err="1"/>
            <a:t>jauh</a:t>
          </a:r>
          <a:r>
            <a:rPr lang="en-MY" dirty="0"/>
            <a:t> </a:t>
          </a:r>
          <a:r>
            <a:rPr lang="en-MY" dirty="0" err="1"/>
            <a:t>mengungguli</a:t>
          </a:r>
          <a:r>
            <a:rPr lang="en-MY" dirty="0"/>
            <a:t> </a:t>
          </a:r>
        </a:p>
        <a:p>
          <a:r>
            <a:rPr lang="en-MY" dirty="0"/>
            <a:t>Vanilla GD :yang </a:t>
          </a:r>
          <a:r>
            <a:rPr lang="en-MY" dirty="0" err="1"/>
            <a:t>terjebak</a:t>
          </a:r>
          <a:r>
            <a:rPr lang="en-MY" dirty="0"/>
            <a:t> di 4700 </a:t>
          </a:r>
          <a:r>
            <a:rPr lang="en-MY" dirty="0" err="1"/>
            <a:t>iterasi</a:t>
          </a:r>
          <a:r>
            <a:rPr lang="en-MY" dirty="0"/>
            <a:t>.</a:t>
          </a:r>
          <a:endParaRPr lang="en-US" dirty="0"/>
        </a:p>
      </dgm:t>
    </dgm:pt>
    <dgm:pt modelId="{7E7A839A-E125-4EB3-93F2-670FD21960A1}" type="parTrans" cxnId="{779AF68A-5E99-4033-98EA-F4730A5BF649}">
      <dgm:prSet/>
      <dgm:spPr/>
      <dgm:t>
        <a:bodyPr/>
        <a:lstStyle/>
        <a:p>
          <a:endParaRPr lang="en-US"/>
        </a:p>
      </dgm:t>
    </dgm:pt>
    <dgm:pt modelId="{F0ED05C0-F97F-4C29-94D8-D38F1C2D555D}" type="sibTrans" cxnId="{779AF68A-5E99-4033-98EA-F4730A5BF64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F1673588-3E68-4BE1-AD41-2CB2C8D27E1D}">
      <dgm:prSet/>
      <dgm:spPr/>
      <dgm:t>
        <a:bodyPr/>
        <a:lstStyle/>
        <a:p>
          <a:r>
            <a:rPr lang="en-MY" dirty="0"/>
            <a:t>Normal Equation paling </a:t>
          </a:r>
          <a:r>
            <a:rPr lang="en-MY" dirty="0" err="1"/>
            <a:t>eksak</a:t>
          </a:r>
          <a:r>
            <a:rPr lang="en-MY" dirty="0"/>
            <a:t> (MSE: 2416.29).</a:t>
          </a:r>
          <a:endParaRPr lang="en-US" dirty="0"/>
        </a:p>
      </dgm:t>
    </dgm:pt>
    <dgm:pt modelId="{B5405341-B5E0-4975-878F-5FFC435A9AF7}" type="parTrans" cxnId="{D390A2E5-F7C0-4934-8093-3807BA95230A}">
      <dgm:prSet/>
      <dgm:spPr/>
    </dgm:pt>
    <dgm:pt modelId="{AEA5E5DB-DC89-4852-BD52-D9124661084E}" type="sibTrans" cxnId="{D390A2E5-F7C0-4934-8093-3807BA95230A}">
      <dgm:prSet phldrT="02" phldr="0"/>
      <dgm:spPr/>
    </dgm:pt>
    <dgm:pt modelId="{80CE2CB4-0430-49DD-BB52-321A64227271}">
      <dgm:prSet/>
      <dgm:spPr/>
      <dgm:t>
        <a:bodyPr/>
        <a:lstStyle/>
        <a:p>
          <a:r>
            <a:rPr lang="en-MY" dirty="0"/>
            <a:t>Tuned GD (2416.35)</a:t>
          </a:r>
          <a:endParaRPr lang="en-US" dirty="0"/>
        </a:p>
      </dgm:t>
    </dgm:pt>
    <dgm:pt modelId="{7779EC29-206D-4E5C-9B3C-A39BE5193B40}" type="parTrans" cxnId="{53E37BC4-CC29-4C5A-BEF4-ADC73F1EA9E4}">
      <dgm:prSet/>
      <dgm:spPr/>
    </dgm:pt>
    <dgm:pt modelId="{6FD8A693-F8A8-43FA-876C-EBA5C3D7388E}" type="sibTrans" cxnId="{53E37BC4-CC29-4C5A-BEF4-ADC73F1EA9E4}">
      <dgm:prSet/>
      <dgm:spPr/>
    </dgm:pt>
    <dgm:pt modelId="{28897CD1-08F6-42F1-99BD-20805A0DFD15}">
      <dgm:prSet/>
      <dgm:spPr/>
      <dgm:t>
        <a:bodyPr/>
        <a:lstStyle/>
        <a:p>
          <a:r>
            <a:rPr lang="en-MY" dirty="0"/>
            <a:t>Vanilla GD (2416.49)</a:t>
          </a:r>
          <a:endParaRPr lang="en-US" dirty="0"/>
        </a:p>
      </dgm:t>
    </dgm:pt>
    <dgm:pt modelId="{0A730322-27AA-4D06-8BC7-E7A6A32F4E9A}" type="parTrans" cxnId="{EDFA6842-31AC-48B3-99C9-36F673FE9537}">
      <dgm:prSet/>
      <dgm:spPr/>
    </dgm:pt>
    <dgm:pt modelId="{F57B1D67-A635-4628-89E7-1E620D82AF9B}" type="sibTrans" cxnId="{EDFA6842-31AC-48B3-99C9-36F673FE9537}">
      <dgm:prSet/>
      <dgm:spPr/>
    </dgm:pt>
    <dgm:pt modelId="{4651F90D-DA21-4FE4-B16A-6ED98FFAE268}">
      <dgm:prSet/>
      <dgm:spPr/>
      <dgm:t>
        <a:bodyPr/>
        <a:lstStyle/>
        <a:p>
          <a:r>
            <a:rPr lang="en-MY" sz="1700" dirty="0"/>
            <a:t>Normal Equation </a:t>
          </a:r>
          <a:r>
            <a:rPr lang="en-MY" sz="1700" dirty="0" err="1"/>
            <a:t>instan</a:t>
          </a:r>
          <a:r>
            <a:rPr lang="en-MY" sz="1700" dirty="0"/>
            <a:t> (~0.25 </a:t>
          </a:r>
          <a:r>
            <a:rPr lang="en-MY" sz="1700" dirty="0" err="1"/>
            <a:t>detik</a:t>
          </a:r>
          <a:r>
            <a:rPr lang="en-MY" sz="1700" dirty="0"/>
            <a:t>)</a:t>
          </a:r>
          <a:endParaRPr lang="en-US" sz="1700" dirty="0"/>
        </a:p>
      </dgm:t>
    </dgm:pt>
    <dgm:pt modelId="{3FA35072-FC5E-4D22-894C-701BFFEDF00B}" type="parTrans" cxnId="{35DEC416-159F-47FB-AD0C-432B195753AC}">
      <dgm:prSet/>
      <dgm:spPr/>
    </dgm:pt>
    <dgm:pt modelId="{339493CF-42CD-407F-BFE0-F97B9BBD1EBC}" type="sibTrans" cxnId="{35DEC416-159F-47FB-AD0C-432B195753AC}">
      <dgm:prSet phldrT="03" phldr="0"/>
      <dgm:spPr/>
    </dgm:pt>
    <dgm:pt modelId="{9A527794-B561-4589-8113-E8F4D02D1DCE}">
      <dgm:prSet/>
      <dgm:spPr/>
      <dgm:t>
        <a:bodyPr/>
        <a:lstStyle/>
        <a:p>
          <a:r>
            <a:rPr lang="en-MY" sz="1700" dirty="0"/>
            <a:t>Tuned GD </a:t>
          </a:r>
          <a:r>
            <a:rPr lang="en-MY" sz="1700" dirty="0" err="1"/>
            <a:t>terlama</a:t>
          </a:r>
          <a:r>
            <a:rPr lang="en-MY" sz="1700" dirty="0"/>
            <a:t> (~200 </a:t>
          </a:r>
          <a:r>
            <a:rPr lang="en-MY" sz="1700" dirty="0" err="1"/>
            <a:t>detik</a:t>
          </a:r>
          <a:r>
            <a:rPr lang="en-MY" sz="1700" dirty="0"/>
            <a:t>) </a:t>
          </a:r>
          <a:r>
            <a:rPr lang="en-MY" sz="1700" dirty="0" err="1"/>
            <a:t>karena</a:t>
          </a:r>
          <a:r>
            <a:rPr lang="en-MY" sz="1700" dirty="0"/>
            <a:t> proses Grid Search.</a:t>
          </a:r>
          <a:endParaRPr lang="en-US" sz="1700" dirty="0"/>
        </a:p>
      </dgm:t>
    </dgm:pt>
    <dgm:pt modelId="{C1AD6A22-63C8-4C08-8B79-A24402D57CCA}" type="parTrans" cxnId="{184C0372-AE83-44E7-888D-11E63E3E8690}">
      <dgm:prSet/>
      <dgm:spPr/>
    </dgm:pt>
    <dgm:pt modelId="{6DC75C31-08D1-4FA9-959D-B1B3717595B5}" type="sibTrans" cxnId="{184C0372-AE83-44E7-888D-11E63E3E8690}">
      <dgm:prSet/>
      <dgm:spPr/>
    </dgm:pt>
    <dgm:pt modelId="{1D12A0AE-B9CF-4E45-8207-781D940EA34A}" type="pres">
      <dgm:prSet presAssocID="{BBDE1C87-5C51-44D5-9CC6-4F459036CA20}" presName="Name0" presStyleCnt="0">
        <dgm:presLayoutVars>
          <dgm:animLvl val="lvl"/>
          <dgm:resizeHandles val="exact"/>
        </dgm:presLayoutVars>
      </dgm:prSet>
      <dgm:spPr/>
    </dgm:pt>
    <dgm:pt modelId="{45E1A9CE-8DED-45FE-B26B-0A81A2B95538}" type="pres">
      <dgm:prSet presAssocID="{CCBCF089-6713-439E-AD46-8CEC9DD71362}" presName="compositeNode" presStyleCnt="0">
        <dgm:presLayoutVars>
          <dgm:bulletEnabled val="1"/>
        </dgm:presLayoutVars>
      </dgm:prSet>
      <dgm:spPr/>
    </dgm:pt>
    <dgm:pt modelId="{BCEA3FB9-ED97-440F-962B-F3C51ACE369B}" type="pres">
      <dgm:prSet presAssocID="{CCBCF089-6713-439E-AD46-8CEC9DD71362}" presName="bgRect" presStyleLbl="alignNode1" presStyleIdx="0" presStyleCnt="3"/>
      <dgm:spPr/>
    </dgm:pt>
    <dgm:pt modelId="{37419F8D-A8E0-41E3-AF0E-C32F6D471BAD}" type="pres">
      <dgm:prSet presAssocID="{BC4CFBD0-F3AC-435B-ACCE-CACDC616F123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089C2C19-75DC-45B1-B75C-8C8450D76B74}" type="pres">
      <dgm:prSet presAssocID="{CCBCF089-6713-439E-AD46-8CEC9DD71362}" presName="nodeRect" presStyleLbl="alignNode1" presStyleIdx="0" presStyleCnt="3">
        <dgm:presLayoutVars>
          <dgm:bulletEnabled val="1"/>
        </dgm:presLayoutVars>
      </dgm:prSet>
      <dgm:spPr/>
    </dgm:pt>
    <dgm:pt modelId="{611D3C54-2AAD-4EA0-95EA-A6F840938B31}" type="pres">
      <dgm:prSet presAssocID="{BC4CFBD0-F3AC-435B-ACCE-CACDC616F123}" presName="sibTrans" presStyleCnt="0"/>
      <dgm:spPr/>
    </dgm:pt>
    <dgm:pt modelId="{286F6970-7ED0-4FF9-A054-66CE3FDE68E9}" type="pres">
      <dgm:prSet presAssocID="{52FDD03F-22EB-4C44-970F-FB1C130A7D6F}" presName="compositeNode" presStyleCnt="0">
        <dgm:presLayoutVars>
          <dgm:bulletEnabled val="1"/>
        </dgm:presLayoutVars>
      </dgm:prSet>
      <dgm:spPr/>
    </dgm:pt>
    <dgm:pt modelId="{BB985DF9-0E4D-40DC-960F-17A75144EE9F}" type="pres">
      <dgm:prSet presAssocID="{52FDD03F-22EB-4C44-970F-FB1C130A7D6F}" presName="bgRect" presStyleLbl="alignNode1" presStyleIdx="1" presStyleCnt="3"/>
      <dgm:spPr/>
    </dgm:pt>
    <dgm:pt modelId="{EA08D74B-841F-44CB-9D16-F37A2D482610}" type="pres">
      <dgm:prSet presAssocID="{D880E2E8-6C4F-4326-9449-CC81CE1F7F66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E1605D92-DD64-4DAF-9131-61A9A2BD4546}" type="pres">
      <dgm:prSet presAssocID="{52FDD03F-22EB-4C44-970F-FB1C130A7D6F}" presName="nodeRect" presStyleLbl="alignNode1" presStyleIdx="1" presStyleCnt="3">
        <dgm:presLayoutVars>
          <dgm:bulletEnabled val="1"/>
        </dgm:presLayoutVars>
      </dgm:prSet>
      <dgm:spPr/>
    </dgm:pt>
    <dgm:pt modelId="{719DE8F2-CF7E-4B88-9B4A-F74BFC912A47}" type="pres">
      <dgm:prSet presAssocID="{D880E2E8-6C4F-4326-9449-CC81CE1F7F66}" presName="sibTrans" presStyleCnt="0"/>
      <dgm:spPr/>
    </dgm:pt>
    <dgm:pt modelId="{7BF15DCE-875B-4D09-BE7E-3E0F1254F3A5}" type="pres">
      <dgm:prSet presAssocID="{F1627425-E951-45DA-818B-F39D7863CB3C}" presName="compositeNode" presStyleCnt="0">
        <dgm:presLayoutVars>
          <dgm:bulletEnabled val="1"/>
        </dgm:presLayoutVars>
      </dgm:prSet>
      <dgm:spPr/>
    </dgm:pt>
    <dgm:pt modelId="{8AACB73A-6C9A-4E84-95C7-679D8780A9B2}" type="pres">
      <dgm:prSet presAssocID="{F1627425-E951-45DA-818B-F39D7863CB3C}" presName="bgRect" presStyleLbl="alignNode1" presStyleIdx="2" presStyleCnt="3"/>
      <dgm:spPr/>
    </dgm:pt>
    <dgm:pt modelId="{0D1C63B5-B5D0-4A4A-B30E-4DB347A7469B}" type="pres">
      <dgm:prSet presAssocID="{F0ED05C0-F97F-4C29-94D8-D38F1C2D555D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EA84E801-DCB2-46C4-A3EB-62A48C0E848A}" type="pres">
      <dgm:prSet presAssocID="{F1627425-E951-45DA-818B-F39D7863CB3C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098590A-C7EE-4359-A789-CEB407436162}" type="presOf" srcId="{52FDD03F-22EB-4C44-970F-FB1C130A7D6F}" destId="{E1605D92-DD64-4DAF-9131-61A9A2BD4546}" srcOrd="1" destOrd="0" presId="urn:microsoft.com/office/officeart/2016/7/layout/LinearBlockProcessNumbered"/>
    <dgm:cxn modelId="{603DAB0C-C0C4-45D9-BB6C-7C97C25E9167}" type="presOf" srcId="{F1673588-3E68-4BE1-AD41-2CB2C8D27E1D}" destId="{089C2C19-75DC-45B1-B75C-8C8450D76B74}" srcOrd="0" destOrd="1" presId="urn:microsoft.com/office/officeart/2016/7/layout/LinearBlockProcessNumbered"/>
    <dgm:cxn modelId="{35DEC416-159F-47FB-AD0C-432B195753AC}" srcId="{52FDD03F-22EB-4C44-970F-FB1C130A7D6F}" destId="{4651F90D-DA21-4FE4-B16A-6ED98FFAE268}" srcOrd="0" destOrd="0" parTransId="{3FA35072-FC5E-4D22-894C-701BFFEDF00B}" sibTransId="{339493CF-42CD-407F-BFE0-F97B9BBD1EBC}"/>
    <dgm:cxn modelId="{815BA623-B546-4E35-91CB-3A031ACA469F}" type="presOf" srcId="{F0ED05C0-F97F-4C29-94D8-D38F1C2D555D}" destId="{0D1C63B5-B5D0-4A4A-B30E-4DB347A7469B}" srcOrd="0" destOrd="0" presId="urn:microsoft.com/office/officeart/2016/7/layout/LinearBlockProcessNumbered"/>
    <dgm:cxn modelId="{2437A840-BD6C-420D-966A-F29CEC77E1F3}" srcId="{BBDE1C87-5C51-44D5-9CC6-4F459036CA20}" destId="{CCBCF089-6713-439E-AD46-8CEC9DD71362}" srcOrd="0" destOrd="0" parTransId="{83370664-EEA5-47E5-85B2-4C6D10E8BB11}" sibTransId="{BC4CFBD0-F3AC-435B-ACCE-CACDC616F123}"/>
    <dgm:cxn modelId="{7B840F5C-66CF-4992-893D-B2009C4BB4DF}" type="presOf" srcId="{9A527794-B561-4589-8113-E8F4D02D1DCE}" destId="{E1605D92-DD64-4DAF-9131-61A9A2BD4546}" srcOrd="0" destOrd="2" presId="urn:microsoft.com/office/officeart/2016/7/layout/LinearBlockProcessNumbered"/>
    <dgm:cxn modelId="{EDFA6842-31AC-48B3-99C9-36F673FE9537}" srcId="{CCBCF089-6713-439E-AD46-8CEC9DD71362}" destId="{28897CD1-08F6-42F1-99BD-20805A0DFD15}" srcOrd="2" destOrd="0" parTransId="{0A730322-27AA-4D06-8BC7-E7A6A32F4E9A}" sibTransId="{F57B1D67-A635-4628-89E7-1E620D82AF9B}"/>
    <dgm:cxn modelId="{A6953643-0C12-4346-80DD-19F4FF757CD6}" type="presOf" srcId="{CCBCF089-6713-439E-AD46-8CEC9DD71362}" destId="{089C2C19-75DC-45B1-B75C-8C8450D76B74}" srcOrd="1" destOrd="0" presId="urn:microsoft.com/office/officeart/2016/7/layout/LinearBlockProcessNumbered"/>
    <dgm:cxn modelId="{00AA9A48-D116-450F-9214-DEFC82D15805}" type="presOf" srcId="{28897CD1-08F6-42F1-99BD-20805A0DFD15}" destId="{089C2C19-75DC-45B1-B75C-8C8450D76B74}" srcOrd="0" destOrd="3" presId="urn:microsoft.com/office/officeart/2016/7/layout/LinearBlockProcessNumbered"/>
    <dgm:cxn modelId="{184C0372-AE83-44E7-888D-11E63E3E8690}" srcId="{52FDD03F-22EB-4C44-970F-FB1C130A7D6F}" destId="{9A527794-B561-4589-8113-E8F4D02D1DCE}" srcOrd="1" destOrd="0" parTransId="{C1AD6A22-63C8-4C08-8B79-A24402D57CCA}" sibTransId="{6DC75C31-08D1-4FA9-959D-B1B3717595B5}"/>
    <dgm:cxn modelId="{15E74676-73E0-4F02-8001-A871DB9786DF}" type="presOf" srcId="{52FDD03F-22EB-4C44-970F-FB1C130A7D6F}" destId="{BB985DF9-0E4D-40DC-960F-17A75144EE9F}" srcOrd="0" destOrd="0" presId="urn:microsoft.com/office/officeart/2016/7/layout/LinearBlockProcessNumbered"/>
    <dgm:cxn modelId="{38273659-E52D-4284-A58C-2B28E22C7A53}" type="presOf" srcId="{F1627425-E951-45DA-818B-F39D7863CB3C}" destId="{8AACB73A-6C9A-4E84-95C7-679D8780A9B2}" srcOrd="0" destOrd="0" presId="urn:microsoft.com/office/officeart/2016/7/layout/LinearBlockProcessNumbered"/>
    <dgm:cxn modelId="{AE03AF82-7093-41CF-9668-095285EE6357}" srcId="{BBDE1C87-5C51-44D5-9CC6-4F459036CA20}" destId="{52FDD03F-22EB-4C44-970F-FB1C130A7D6F}" srcOrd="1" destOrd="0" parTransId="{3ECCDDD3-8C47-4FCC-A4FD-F22013BA6E99}" sibTransId="{D880E2E8-6C4F-4326-9449-CC81CE1F7F66}"/>
    <dgm:cxn modelId="{779AF68A-5E99-4033-98EA-F4730A5BF649}" srcId="{BBDE1C87-5C51-44D5-9CC6-4F459036CA20}" destId="{F1627425-E951-45DA-818B-F39D7863CB3C}" srcOrd="2" destOrd="0" parTransId="{7E7A839A-E125-4EB3-93F2-670FD21960A1}" sibTransId="{F0ED05C0-F97F-4C29-94D8-D38F1C2D555D}"/>
    <dgm:cxn modelId="{463BB48F-AA08-4917-A5CC-67BB6BCF7B7F}" type="presOf" srcId="{BBDE1C87-5C51-44D5-9CC6-4F459036CA20}" destId="{1D12A0AE-B9CF-4E45-8207-781D940EA34A}" srcOrd="0" destOrd="0" presId="urn:microsoft.com/office/officeart/2016/7/layout/LinearBlockProcessNumbered"/>
    <dgm:cxn modelId="{21764EA2-A6E0-4BCB-8D68-2B0E17279E2B}" type="presOf" srcId="{4651F90D-DA21-4FE4-B16A-6ED98FFAE268}" destId="{E1605D92-DD64-4DAF-9131-61A9A2BD4546}" srcOrd="0" destOrd="1" presId="urn:microsoft.com/office/officeart/2016/7/layout/LinearBlockProcessNumbered"/>
    <dgm:cxn modelId="{8F3AB7AA-5B7D-495B-8849-BB06546399C8}" type="presOf" srcId="{D880E2E8-6C4F-4326-9449-CC81CE1F7F66}" destId="{EA08D74B-841F-44CB-9D16-F37A2D482610}" srcOrd="0" destOrd="0" presId="urn:microsoft.com/office/officeart/2016/7/layout/LinearBlockProcessNumbered"/>
    <dgm:cxn modelId="{9E7B16B7-7F36-478A-9A9F-6C57FD7DE9D0}" type="presOf" srcId="{CCBCF089-6713-439E-AD46-8CEC9DD71362}" destId="{BCEA3FB9-ED97-440F-962B-F3C51ACE369B}" srcOrd="0" destOrd="0" presId="urn:microsoft.com/office/officeart/2016/7/layout/LinearBlockProcessNumbered"/>
    <dgm:cxn modelId="{53E37BC4-CC29-4C5A-BEF4-ADC73F1EA9E4}" srcId="{CCBCF089-6713-439E-AD46-8CEC9DD71362}" destId="{80CE2CB4-0430-49DD-BB52-321A64227271}" srcOrd="1" destOrd="0" parTransId="{7779EC29-206D-4E5C-9B3C-A39BE5193B40}" sibTransId="{6FD8A693-F8A8-43FA-876C-EBA5C3D7388E}"/>
    <dgm:cxn modelId="{B36AECCF-5433-43EC-8FF0-D8DFC931C8B9}" type="presOf" srcId="{80CE2CB4-0430-49DD-BB52-321A64227271}" destId="{089C2C19-75DC-45B1-B75C-8C8450D76B74}" srcOrd="0" destOrd="2" presId="urn:microsoft.com/office/officeart/2016/7/layout/LinearBlockProcessNumbered"/>
    <dgm:cxn modelId="{FD430CE2-6BEE-4D94-BCB4-984C580C68A5}" type="presOf" srcId="{F1627425-E951-45DA-818B-F39D7863CB3C}" destId="{EA84E801-DCB2-46C4-A3EB-62A48C0E848A}" srcOrd="1" destOrd="0" presId="urn:microsoft.com/office/officeart/2016/7/layout/LinearBlockProcessNumbered"/>
    <dgm:cxn modelId="{D390A2E5-F7C0-4934-8093-3807BA95230A}" srcId="{CCBCF089-6713-439E-AD46-8CEC9DD71362}" destId="{F1673588-3E68-4BE1-AD41-2CB2C8D27E1D}" srcOrd="0" destOrd="0" parTransId="{B5405341-B5E0-4975-878F-5FFC435A9AF7}" sibTransId="{AEA5E5DB-DC89-4852-BD52-D9124661084E}"/>
    <dgm:cxn modelId="{9A272CF8-0580-4631-B092-4CD7B98278E1}" type="presOf" srcId="{BC4CFBD0-F3AC-435B-ACCE-CACDC616F123}" destId="{37419F8D-A8E0-41E3-AF0E-C32F6D471BAD}" srcOrd="0" destOrd="0" presId="urn:microsoft.com/office/officeart/2016/7/layout/LinearBlockProcessNumbered"/>
    <dgm:cxn modelId="{98E28C14-7ED4-4776-BFD3-67B67E33D3CA}" type="presParOf" srcId="{1D12A0AE-B9CF-4E45-8207-781D940EA34A}" destId="{45E1A9CE-8DED-45FE-B26B-0A81A2B95538}" srcOrd="0" destOrd="0" presId="urn:microsoft.com/office/officeart/2016/7/layout/LinearBlockProcessNumbered"/>
    <dgm:cxn modelId="{A33EAFFC-555A-400A-BF9F-BC2BDA0D19D7}" type="presParOf" srcId="{45E1A9CE-8DED-45FE-B26B-0A81A2B95538}" destId="{BCEA3FB9-ED97-440F-962B-F3C51ACE369B}" srcOrd="0" destOrd="0" presId="urn:microsoft.com/office/officeart/2016/7/layout/LinearBlockProcessNumbered"/>
    <dgm:cxn modelId="{E8281F09-0539-4720-A3FD-4CA8FA69BA78}" type="presParOf" srcId="{45E1A9CE-8DED-45FE-B26B-0A81A2B95538}" destId="{37419F8D-A8E0-41E3-AF0E-C32F6D471BAD}" srcOrd="1" destOrd="0" presId="urn:microsoft.com/office/officeart/2016/7/layout/LinearBlockProcessNumbered"/>
    <dgm:cxn modelId="{7F468A30-9D83-4692-9343-96DDEA98BCDA}" type="presParOf" srcId="{45E1A9CE-8DED-45FE-B26B-0A81A2B95538}" destId="{089C2C19-75DC-45B1-B75C-8C8450D76B74}" srcOrd="2" destOrd="0" presId="urn:microsoft.com/office/officeart/2016/7/layout/LinearBlockProcessNumbered"/>
    <dgm:cxn modelId="{3A01BB45-3717-490C-A890-46E20E402582}" type="presParOf" srcId="{1D12A0AE-B9CF-4E45-8207-781D940EA34A}" destId="{611D3C54-2AAD-4EA0-95EA-A6F840938B31}" srcOrd="1" destOrd="0" presId="urn:microsoft.com/office/officeart/2016/7/layout/LinearBlockProcessNumbered"/>
    <dgm:cxn modelId="{5F21D466-BF35-4340-BE57-ED9894F88905}" type="presParOf" srcId="{1D12A0AE-B9CF-4E45-8207-781D940EA34A}" destId="{286F6970-7ED0-4FF9-A054-66CE3FDE68E9}" srcOrd="2" destOrd="0" presId="urn:microsoft.com/office/officeart/2016/7/layout/LinearBlockProcessNumbered"/>
    <dgm:cxn modelId="{E74D426E-D570-4D0E-8E72-C820CE67D66E}" type="presParOf" srcId="{286F6970-7ED0-4FF9-A054-66CE3FDE68E9}" destId="{BB985DF9-0E4D-40DC-960F-17A75144EE9F}" srcOrd="0" destOrd="0" presId="urn:microsoft.com/office/officeart/2016/7/layout/LinearBlockProcessNumbered"/>
    <dgm:cxn modelId="{86FBD3D3-BA01-4539-B6B0-CE73C1539801}" type="presParOf" srcId="{286F6970-7ED0-4FF9-A054-66CE3FDE68E9}" destId="{EA08D74B-841F-44CB-9D16-F37A2D482610}" srcOrd="1" destOrd="0" presId="urn:microsoft.com/office/officeart/2016/7/layout/LinearBlockProcessNumbered"/>
    <dgm:cxn modelId="{DB8FF716-E34D-4843-90BE-9CDA7B414E99}" type="presParOf" srcId="{286F6970-7ED0-4FF9-A054-66CE3FDE68E9}" destId="{E1605D92-DD64-4DAF-9131-61A9A2BD4546}" srcOrd="2" destOrd="0" presId="urn:microsoft.com/office/officeart/2016/7/layout/LinearBlockProcessNumbered"/>
    <dgm:cxn modelId="{EC707FA7-D777-4BB7-95D6-7238C9BBC97A}" type="presParOf" srcId="{1D12A0AE-B9CF-4E45-8207-781D940EA34A}" destId="{719DE8F2-CF7E-4B88-9B4A-F74BFC912A47}" srcOrd="3" destOrd="0" presId="urn:microsoft.com/office/officeart/2016/7/layout/LinearBlockProcessNumbered"/>
    <dgm:cxn modelId="{9260799E-60C0-4810-B49E-8844166ACCC1}" type="presParOf" srcId="{1D12A0AE-B9CF-4E45-8207-781D940EA34A}" destId="{7BF15DCE-875B-4D09-BE7E-3E0F1254F3A5}" srcOrd="4" destOrd="0" presId="urn:microsoft.com/office/officeart/2016/7/layout/LinearBlockProcessNumbered"/>
    <dgm:cxn modelId="{AE3BA932-661F-42F9-A95B-40B5B48B7EAF}" type="presParOf" srcId="{7BF15DCE-875B-4D09-BE7E-3E0F1254F3A5}" destId="{8AACB73A-6C9A-4E84-95C7-679D8780A9B2}" srcOrd="0" destOrd="0" presId="urn:microsoft.com/office/officeart/2016/7/layout/LinearBlockProcessNumbered"/>
    <dgm:cxn modelId="{357AD6FB-4AF7-492E-982D-48E78785E7AE}" type="presParOf" srcId="{7BF15DCE-875B-4D09-BE7E-3E0F1254F3A5}" destId="{0D1C63B5-B5D0-4A4A-B30E-4DB347A7469B}" srcOrd="1" destOrd="0" presId="urn:microsoft.com/office/officeart/2016/7/layout/LinearBlockProcessNumbered"/>
    <dgm:cxn modelId="{C684BAC7-FD03-4414-98D1-43FA2923B8EE}" type="presParOf" srcId="{7BF15DCE-875B-4D09-BE7E-3E0F1254F3A5}" destId="{EA84E801-DCB2-46C4-A3EB-62A48C0E848A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6912AD-898B-426F-AFE3-F18B8A3356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A8434F7-1393-4254-B242-052C05CA8394}">
      <dgm:prSet/>
      <dgm:spPr/>
      <dgm:t>
        <a:bodyPr/>
        <a:lstStyle/>
        <a:p>
          <a:r>
            <a:rPr lang="en-MY"/>
            <a:t>Normal Equation: Terbaik untuk data berdimensi rendah, tetapi rentan gagal pada multikolinearitas tinggi (butuh Ridge Regression).</a:t>
          </a:r>
          <a:endParaRPr lang="en-US"/>
        </a:p>
      </dgm:t>
    </dgm:pt>
    <dgm:pt modelId="{E2C097D1-6224-46EA-B1FD-B821EC9E8E31}" type="parTrans" cxnId="{669AF6D6-8A56-46E5-9BFF-B589393E82A6}">
      <dgm:prSet/>
      <dgm:spPr/>
      <dgm:t>
        <a:bodyPr/>
        <a:lstStyle/>
        <a:p>
          <a:endParaRPr lang="en-US"/>
        </a:p>
      </dgm:t>
    </dgm:pt>
    <dgm:pt modelId="{D8C6E3BD-7831-41A0-9310-C5B74F31ADA8}" type="sibTrans" cxnId="{669AF6D6-8A56-46E5-9BFF-B589393E82A6}">
      <dgm:prSet/>
      <dgm:spPr/>
      <dgm:t>
        <a:bodyPr/>
        <a:lstStyle/>
        <a:p>
          <a:endParaRPr lang="en-US"/>
        </a:p>
      </dgm:t>
    </dgm:pt>
    <dgm:pt modelId="{5B3843E9-5DD1-4ECB-BCB3-28A35B0160DC}">
      <dgm:prSet/>
      <dgm:spPr/>
      <dgm:t>
        <a:bodyPr/>
        <a:lstStyle/>
        <a:p>
          <a:r>
            <a:rPr lang="en-MY"/>
            <a:t>Vanilla GD: Skalabel, namun boros iterasi tanpa optimasi parameter.</a:t>
          </a:r>
          <a:endParaRPr lang="en-US"/>
        </a:p>
      </dgm:t>
    </dgm:pt>
    <dgm:pt modelId="{23EE905E-0B1F-4555-85F6-8EE839FA2A05}" type="parTrans" cxnId="{0DFD3AC2-0890-4D94-9CA6-D8B608255EFB}">
      <dgm:prSet/>
      <dgm:spPr/>
      <dgm:t>
        <a:bodyPr/>
        <a:lstStyle/>
        <a:p>
          <a:endParaRPr lang="en-US"/>
        </a:p>
      </dgm:t>
    </dgm:pt>
    <dgm:pt modelId="{ECCB2324-DB20-42A5-9421-9F6981A23724}" type="sibTrans" cxnId="{0DFD3AC2-0890-4D94-9CA6-D8B608255EFB}">
      <dgm:prSet/>
      <dgm:spPr/>
      <dgm:t>
        <a:bodyPr/>
        <a:lstStyle/>
        <a:p>
          <a:endParaRPr lang="en-US"/>
        </a:p>
      </dgm:t>
    </dgm:pt>
    <dgm:pt modelId="{E9E4F710-E749-42CF-BF41-F0B0EC2C4B57}">
      <dgm:prSet/>
      <dgm:spPr/>
      <dgm:t>
        <a:bodyPr/>
        <a:lstStyle/>
        <a:p>
          <a:r>
            <a:rPr lang="en-MY"/>
            <a:t>Tuned GD: Solusi paling robust—menawarkan stabilitas akurasi, efisiensi konvergensi (early stopping), dan ketahanan pada data multikolinearitas.</a:t>
          </a:r>
          <a:endParaRPr lang="en-US"/>
        </a:p>
      </dgm:t>
    </dgm:pt>
    <dgm:pt modelId="{8E06185D-40A9-4FA5-8B6F-132481ECDC48}" type="parTrans" cxnId="{EF9ED4D3-66CF-42DC-BF87-FC29D2AD3C50}">
      <dgm:prSet/>
      <dgm:spPr/>
      <dgm:t>
        <a:bodyPr/>
        <a:lstStyle/>
        <a:p>
          <a:endParaRPr lang="en-US"/>
        </a:p>
      </dgm:t>
    </dgm:pt>
    <dgm:pt modelId="{240C4432-8504-462A-835B-95A0AFFDCEA8}" type="sibTrans" cxnId="{EF9ED4D3-66CF-42DC-BF87-FC29D2AD3C50}">
      <dgm:prSet/>
      <dgm:spPr/>
      <dgm:t>
        <a:bodyPr/>
        <a:lstStyle/>
        <a:p>
          <a:endParaRPr lang="en-US"/>
        </a:p>
      </dgm:t>
    </dgm:pt>
    <dgm:pt modelId="{168B71D3-0513-4462-8241-E2FF40BEE012}" type="pres">
      <dgm:prSet presAssocID="{CB6912AD-898B-426F-AFE3-F18B8A3356E6}" presName="root" presStyleCnt="0">
        <dgm:presLayoutVars>
          <dgm:dir/>
          <dgm:resizeHandles val="exact"/>
        </dgm:presLayoutVars>
      </dgm:prSet>
      <dgm:spPr/>
    </dgm:pt>
    <dgm:pt modelId="{C558BC7E-3D9C-4251-847F-E4D04793D683}" type="pres">
      <dgm:prSet presAssocID="{6A8434F7-1393-4254-B242-052C05CA8394}" presName="compNode" presStyleCnt="0"/>
      <dgm:spPr/>
    </dgm:pt>
    <dgm:pt modelId="{1460DD42-E537-42B1-8245-3E304DB790F8}" type="pres">
      <dgm:prSet presAssocID="{6A8434F7-1393-4254-B242-052C05CA8394}" presName="bgRect" presStyleLbl="bgShp" presStyleIdx="0" presStyleCnt="3"/>
      <dgm:spPr/>
    </dgm:pt>
    <dgm:pt modelId="{4495977B-BA29-4188-9C28-DFFC5633932F}" type="pres">
      <dgm:prSet presAssocID="{6A8434F7-1393-4254-B242-052C05CA839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untains"/>
        </a:ext>
      </dgm:extLst>
    </dgm:pt>
    <dgm:pt modelId="{F15C5E8B-B2C1-4540-8651-3570A9AF86F1}" type="pres">
      <dgm:prSet presAssocID="{6A8434F7-1393-4254-B242-052C05CA8394}" presName="spaceRect" presStyleCnt="0"/>
      <dgm:spPr/>
    </dgm:pt>
    <dgm:pt modelId="{B75438FF-8E43-463F-807E-674234EF75AC}" type="pres">
      <dgm:prSet presAssocID="{6A8434F7-1393-4254-B242-052C05CA8394}" presName="parTx" presStyleLbl="revTx" presStyleIdx="0" presStyleCnt="3">
        <dgm:presLayoutVars>
          <dgm:chMax val="0"/>
          <dgm:chPref val="0"/>
        </dgm:presLayoutVars>
      </dgm:prSet>
      <dgm:spPr/>
    </dgm:pt>
    <dgm:pt modelId="{81941AFC-1A78-4348-92AF-0B3BF89D7D0E}" type="pres">
      <dgm:prSet presAssocID="{D8C6E3BD-7831-41A0-9310-C5B74F31ADA8}" presName="sibTrans" presStyleCnt="0"/>
      <dgm:spPr/>
    </dgm:pt>
    <dgm:pt modelId="{3EE869F5-D6BE-4EA2-8033-C533F4AA7C6B}" type="pres">
      <dgm:prSet presAssocID="{5B3843E9-5DD1-4ECB-BCB3-28A35B0160DC}" presName="compNode" presStyleCnt="0"/>
      <dgm:spPr/>
    </dgm:pt>
    <dgm:pt modelId="{20512847-F1A3-4F75-95F8-431B1E02A426}" type="pres">
      <dgm:prSet presAssocID="{5B3843E9-5DD1-4ECB-BCB3-28A35B0160DC}" presName="bgRect" presStyleLbl="bgShp" presStyleIdx="1" presStyleCnt="3"/>
      <dgm:spPr/>
    </dgm:pt>
    <dgm:pt modelId="{FD8FE402-BB37-466C-97E2-5BCA431A3712}" type="pres">
      <dgm:prSet presAssocID="{5B3843E9-5DD1-4ECB-BCB3-28A35B0160D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ce cream"/>
        </a:ext>
      </dgm:extLst>
    </dgm:pt>
    <dgm:pt modelId="{962AF711-E126-4724-9EAC-64C90D541625}" type="pres">
      <dgm:prSet presAssocID="{5B3843E9-5DD1-4ECB-BCB3-28A35B0160DC}" presName="spaceRect" presStyleCnt="0"/>
      <dgm:spPr/>
    </dgm:pt>
    <dgm:pt modelId="{5BF59EE0-85CB-45E2-BD52-935CE8AD0205}" type="pres">
      <dgm:prSet presAssocID="{5B3843E9-5DD1-4ECB-BCB3-28A35B0160DC}" presName="parTx" presStyleLbl="revTx" presStyleIdx="1" presStyleCnt="3">
        <dgm:presLayoutVars>
          <dgm:chMax val="0"/>
          <dgm:chPref val="0"/>
        </dgm:presLayoutVars>
      </dgm:prSet>
      <dgm:spPr/>
    </dgm:pt>
    <dgm:pt modelId="{FF95D8E9-2FAD-4AE7-B3D7-3DF6D38FCAF7}" type="pres">
      <dgm:prSet presAssocID="{ECCB2324-DB20-42A5-9421-9F6981A23724}" presName="sibTrans" presStyleCnt="0"/>
      <dgm:spPr/>
    </dgm:pt>
    <dgm:pt modelId="{3B6866BC-4F96-4E9E-84C0-9C9C4EDA704D}" type="pres">
      <dgm:prSet presAssocID="{E9E4F710-E749-42CF-BF41-F0B0EC2C4B57}" presName="compNode" presStyleCnt="0"/>
      <dgm:spPr/>
    </dgm:pt>
    <dgm:pt modelId="{BF5E431C-B627-469D-90C6-F30ABC6299AA}" type="pres">
      <dgm:prSet presAssocID="{E9E4F710-E749-42CF-BF41-F0B0EC2C4B57}" presName="bgRect" presStyleLbl="bgShp" presStyleIdx="2" presStyleCnt="3"/>
      <dgm:spPr/>
    </dgm:pt>
    <dgm:pt modelId="{6F307DEC-A87C-4412-AAC0-1BDEBF08EE9F}" type="pres">
      <dgm:prSet presAssocID="{E9E4F710-E749-42CF-BF41-F0B0EC2C4B5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D1105012-008A-4A0C-B710-107CA67125BC}" type="pres">
      <dgm:prSet presAssocID="{E9E4F710-E749-42CF-BF41-F0B0EC2C4B57}" presName="spaceRect" presStyleCnt="0"/>
      <dgm:spPr/>
    </dgm:pt>
    <dgm:pt modelId="{638400CF-2F78-4868-A865-94893234CECE}" type="pres">
      <dgm:prSet presAssocID="{E9E4F710-E749-42CF-BF41-F0B0EC2C4B5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5F8BD5D-C804-46A0-85B5-11416B1A1EE1}" type="presOf" srcId="{6A8434F7-1393-4254-B242-052C05CA8394}" destId="{B75438FF-8E43-463F-807E-674234EF75AC}" srcOrd="0" destOrd="0" presId="urn:microsoft.com/office/officeart/2018/2/layout/IconVerticalSolidList"/>
    <dgm:cxn modelId="{46FA4E72-A6D1-41F5-9180-9EA5E2D6960B}" type="presOf" srcId="{E9E4F710-E749-42CF-BF41-F0B0EC2C4B57}" destId="{638400CF-2F78-4868-A865-94893234CECE}" srcOrd="0" destOrd="0" presId="urn:microsoft.com/office/officeart/2018/2/layout/IconVerticalSolidList"/>
    <dgm:cxn modelId="{0DFD3AC2-0890-4D94-9CA6-D8B608255EFB}" srcId="{CB6912AD-898B-426F-AFE3-F18B8A3356E6}" destId="{5B3843E9-5DD1-4ECB-BCB3-28A35B0160DC}" srcOrd="1" destOrd="0" parTransId="{23EE905E-0B1F-4555-85F6-8EE839FA2A05}" sibTransId="{ECCB2324-DB20-42A5-9421-9F6981A23724}"/>
    <dgm:cxn modelId="{EF9ED4D3-66CF-42DC-BF87-FC29D2AD3C50}" srcId="{CB6912AD-898B-426F-AFE3-F18B8A3356E6}" destId="{E9E4F710-E749-42CF-BF41-F0B0EC2C4B57}" srcOrd="2" destOrd="0" parTransId="{8E06185D-40A9-4FA5-8B6F-132481ECDC48}" sibTransId="{240C4432-8504-462A-835B-95A0AFFDCEA8}"/>
    <dgm:cxn modelId="{669AF6D6-8A56-46E5-9BFF-B589393E82A6}" srcId="{CB6912AD-898B-426F-AFE3-F18B8A3356E6}" destId="{6A8434F7-1393-4254-B242-052C05CA8394}" srcOrd="0" destOrd="0" parTransId="{E2C097D1-6224-46EA-B1FD-B821EC9E8E31}" sibTransId="{D8C6E3BD-7831-41A0-9310-C5B74F31ADA8}"/>
    <dgm:cxn modelId="{C1C5AEE6-7874-4B9D-A803-0B4CAC3DBBE8}" type="presOf" srcId="{5B3843E9-5DD1-4ECB-BCB3-28A35B0160DC}" destId="{5BF59EE0-85CB-45E2-BD52-935CE8AD0205}" srcOrd="0" destOrd="0" presId="urn:microsoft.com/office/officeart/2018/2/layout/IconVerticalSolidList"/>
    <dgm:cxn modelId="{675C18FD-8D30-475D-B9A2-5223DD4F4D84}" type="presOf" srcId="{CB6912AD-898B-426F-AFE3-F18B8A3356E6}" destId="{168B71D3-0513-4462-8241-E2FF40BEE012}" srcOrd="0" destOrd="0" presId="urn:microsoft.com/office/officeart/2018/2/layout/IconVerticalSolidList"/>
    <dgm:cxn modelId="{ED63E5D6-E022-4656-8E5E-8B2512B2A929}" type="presParOf" srcId="{168B71D3-0513-4462-8241-E2FF40BEE012}" destId="{C558BC7E-3D9C-4251-847F-E4D04793D683}" srcOrd="0" destOrd="0" presId="urn:microsoft.com/office/officeart/2018/2/layout/IconVerticalSolidList"/>
    <dgm:cxn modelId="{C85F4A74-1CFE-4A7B-BC99-BCC1967C214C}" type="presParOf" srcId="{C558BC7E-3D9C-4251-847F-E4D04793D683}" destId="{1460DD42-E537-42B1-8245-3E304DB790F8}" srcOrd="0" destOrd="0" presId="urn:microsoft.com/office/officeart/2018/2/layout/IconVerticalSolidList"/>
    <dgm:cxn modelId="{619029E3-B012-4BDC-8CFE-4FA40017C3C4}" type="presParOf" srcId="{C558BC7E-3D9C-4251-847F-E4D04793D683}" destId="{4495977B-BA29-4188-9C28-DFFC5633932F}" srcOrd="1" destOrd="0" presId="urn:microsoft.com/office/officeart/2018/2/layout/IconVerticalSolidList"/>
    <dgm:cxn modelId="{812B777E-DF9F-439F-9E06-B556B25771AF}" type="presParOf" srcId="{C558BC7E-3D9C-4251-847F-E4D04793D683}" destId="{F15C5E8B-B2C1-4540-8651-3570A9AF86F1}" srcOrd="2" destOrd="0" presId="urn:microsoft.com/office/officeart/2018/2/layout/IconVerticalSolidList"/>
    <dgm:cxn modelId="{CCD6F062-2191-425B-90DD-5531E879F791}" type="presParOf" srcId="{C558BC7E-3D9C-4251-847F-E4D04793D683}" destId="{B75438FF-8E43-463F-807E-674234EF75AC}" srcOrd="3" destOrd="0" presId="urn:microsoft.com/office/officeart/2018/2/layout/IconVerticalSolidList"/>
    <dgm:cxn modelId="{B4A05BD3-DB7B-43F0-8053-B3522193B5D0}" type="presParOf" srcId="{168B71D3-0513-4462-8241-E2FF40BEE012}" destId="{81941AFC-1A78-4348-92AF-0B3BF89D7D0E}" srcOrd="1" destOrd="0" presId="urn:microsoft.com/office/officeart/2018/2/layout/IconVerticalSolidList"/>
    <dgm:cxn modelId="{335EF0FB-C794-45AE-B9C9-19D1EC340DCA}" type="presParOf" srcId="{168B71D3-0513-4462-8241-E2FF40BEE012}" destId="{3EE869F5-D6BE-4EA2-8033-C533F4AA7C6B}" srcOrd="2" destOrd="0" presId="urn:microsoft.com/office/officeart/2018/2/layout/IconVerticalSolidList"/>
    <dgm:cxn modelId="{00F32A39-CCA5-46E5-BA23-CAF6462062EE}" type="presParOf" srcId="{3EE869F5-D6BE-4EA2-8033-C533F4AA7C6B}" destId="{20512847-F1A3-4F75-95F8-431B1E02A426}" srcOrd="0" destOrd="0" presId="urn:microsoft.com/office/officeart/2018/2/layout/IconVerticalSolidList"/>
    <dgm:cxn modelId="{80A19C2B-9A10-4AB0-B3D6-5E3F2557A33F}" type="presParOf" srcId="{3EE869F5-D6BE-4EA2-8033-C533F4AA7C6B}" destId="{FD8FE402-BB37-466C-97E2-5BCA431A3712}" srcOrd="1" destOrd="0" presId="urn:microsoft.com/office/officeart/2018/2/layout/IconVerticalSolidList"/>
    <dgm:cxn modelId="{D5A689BA-E990-43E8-B121-DFAA92702EB2}" type="presParOf" srcId="{3EE869F5-D6BE-4EA2-8033-C533F4AA7C6B}" destId="{962AF711-E126-4724-9EAC-64C90D541625}" srcOrd="2" destOrd="0" presId="urn:microsoft.com/office/officeart/2018/2/layout/IconVerticalSolidList"/>
    <dgm:cxn modelId="{46CD990C-21E5-406B-BC14-0AB7B7E6EBCA}" type="presParOf" srcId="{3EE869F5-D6BE-4EA2-8033-C533F4AA7C6B}" destId="{5BF59EE0-85CB-45E2-BD52-935CE8AD0205}" srcOrd="3" destOrd="0" presId="urn:microsoft.com/office/officeart/2018/2/layout/IconVerticalSolidList"/>
    <dgm:cxn modelId="{C2781C6E-8C9C-40EC-960E-9E751F96E4E9}" type="presParOf" srcId="{168B71D3-0513-4462-8241-E2FF40BEE012}" destId="{FF95D8E9-2FAD-4AE7-B3D7-3DF6D38FCAF7}" srcOrd="3" destOrd="0" presId="urn:microsoft.com/office/officeart/2018/2/layout/IconVerticalSolidList"/>
    <dgm:cxn modelId="{4E16CDC1-A2A9-4731-A941-091ADFC4B7F0}" type="presParOf" srcId="{168B71D3-0513-4462-8241-E2FF40BEE012}" destId="{3B6866BC-4F96-4E9E-84C0-9C9C4EDA704D}" srcOrd="4" destOrd="0" presId="urn:microsoft.com/office/officeart/2018/2/layout/IconVerticalSolidList"/>
    <dgm:cxn modelId="{63C96A85-D425-4C38-826E-14A8B2227D4F}" type="presParOf" srcId="{3B6866BC-4F96-4E9E-84C0-9C9C4EDA704D}" destId="{BF5E431C-B627-469D-90C6-F30ABC6299AA}" srcOrd="0" destOrd="0" presId="urn:microsoft.com/office/officeart/2018/2/layout/IconVerticalSolidList"/>
    <dgm:cxn modelId="{13EE42CD-E769-42D6-A924-7CF122543BF3}" type="presParOf" srcId="{3B6866BC-4F96-4E9E-84C0-9C9C4EDA704D}" destId="{6F307DEC-A87C-4412-AAC0-1BDEBF08EE9F}" srcOrd="1" destOrd="0" presId="urn:microsoft.com/office/officeart/2018/2/layout/IconVerticalSolidList"/>
    <dgm:cxn modelId="{C701503D-D7AA-4DF5-A984-4AF5C0878CE7}" type="presParOf" srcId="{3B6866BC-4F96-4E9E-84C0-9C9C4EDA704D}" destId="{D1105012-008A-4A0C-B710-107CA67125BC}" srcOrd="2" destOrd="0" presId="urn:microsoft.com/office/officeart/2018/2/layout/IconVerticalSolidList"/>
    <dgm:cxn modelId="{EBA4BE62-15D0-452D-803E-77F44EDBB9CF}" type="presParOf" srcId="{3B6866BC-4F96-4E9E-84C0-9C9C4EDA704D}" destId="{638400CF-2F78-4868-A865-94893234CE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8C167-F52A-42FD-AFD4-60B7F33272E7}">
      <dsp:nvSpPr>
        <dsp:cNvPr id="0" name=""/>
        <dsp:cNvSpPr/>
      </dsp:nvSpPr>
      <dsp:spPr>
        <a:xfrm>
          <a:off x="0" y="5072"/>
          <a:ext cx="6245265" cy="15994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EC03B9-1E7C-4836-80F4-7A454FF6216B}">
      <dsp:nvSpPr>
        <dsp:cNvPr id="0" name=""/>
        <dsp:cNvSpPr/>
      </dsp:nvSpPr>
      <dsp:spPr>
        <a:xfrm>
          <a:off x="483826" y="364942"/>
          <a:ext cx="880543" cy="879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657922-8308-43AA-8A9E-B2DC00C81DD8}">
      <dsp:nvSpPr>
        <dsp:cNvPr id="0" name=""/>
        <dsp:cNvSpPr/>
      </dsp:nvSpPr>
      <dsp:spPr>
        <a:xfrm>
          <a:off x="1848195" y="5072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 dirty="0" err="1"/>
            <a:t>Dilema</a:t>
          </a:r>
          <a:r>
            <a:rPr lang="en-MY" sz="2000" b="1" kern="1200" dirty="0"/>
            <a:t> Trade-off: 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 dirty="0"/>
            <a:t>Solusi </a:t>
          </a:r>
          <a:r>
            <a:rPr lang="en-MY" sz="2000" kern="1200" dirty="0" err="1"/>
            <a:t>eksak</a:t>
          </a:r>
          <a:r>
            <a:rPr lang="en-MY" sz="2000" kern="1200" dirty="0"/>
            <a:t> </a:t>
          </a:r>
          <a:r>
            <a:rPr lang="en-MY" sz="2000" b="1" kern="1200" dirty="0" err="1"/>
            <a:t>matriks</a:t>
          </a:r>
          <a:r>
            <a:rPr lang="en-MY" sz="2000" kern="1200" dirty="0"/>
            <a:t> (Normal Equation) vs </a:t>
          </a:r>
          <a:r>
            <a:rPr lang="en-MY" sz="2000" kern="1200" dirty="0" err="1"/>
            <a:t>skalabilitas</a:t>
          </a:r>
          <a:r>
            <a:rPr lang="en-MY" sz="2000" kern="1200" dirty="0"/>
            <a:t> </a:t>
          </a:r>
          <a:r>
            <a:rPr lang="en-MY" sz="2000" b="1" kern="1200" dirty="0" err="1"/>
            <a:t>iteratif</a:t>
          </a:r>
          <a:r>
            <a:rPr lang="en-MY" sz="2000" kern="1200" dirty="0"/>
            <a:t> (Gradient Descent).</a:t>
          </a:r>
          <a:endParaRPr lang="en-US" sz="2000" kern="1200" dirty="0"/>
        </a:p>
      </dsp:txBody>
      <dsp:txXfrm>
        <a:off x="1848195" y="5072"/>
        <a:ext cx="4324657" cy="1600988"/>
      </dsp:txXfrm>
    </dsp:sp>
    <dsp:sp modelId="{8926147B-A5C1-473C-9EFD-C8EEA6F43891}">
      <dsp:nvSpPr>
        <dsp:cNvPr id="0" name=""/>
        <dsp:cNvSpPr/>
      </dsp:nvSpPr>
      <dsp:spPr>
        <a:xfrm>
          <a:off x="0" y="1994179"/>
          <a:ext cx="6245265" cy="15994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7955C-A588-43FC-BE3D-D3EB9119B3F7}">
      <dsp:nvSpPr>
        <dsp:cNvPr id="0" name=""/>
        <dsp:cNvSpPr/>
      </dsp:nvSpPr>
      <dsp:spPr>
        <a:xfrm>
          <a:off x="483826" y="2354049"/>
          <a:ext cx="880543" cy="879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A09DD-E5D5-4996-9D38-052E284C1266}">
      <dsp:nvSpPr>
        <dsp:cNvPr id="0" name=""/>
        <dsp:cNvSpPr/>
      </dsp:nvSpPr>
      <dsp:spPr>
        <a:xfrm>
          <a:off x="1848195" y="1994179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 dirty="0"/>
            <a:t>Gap </a:t>
          </a:r>
          <a:r>
            <a:rPr lang="en-MY" sz="2000" b="1" kern="1200" dirty="0" err="1"/>
            <a:t>Penelitian</a:t>
          </a:r>
          <a:r>
            <a:rPr lang="en-MY" sz="2000" b="1" kern="1200" dirty="0"/>
            <a:t>: </a:t>
          </a:r>
          <a:r>
            <a:rPr lang="en-MY" sz="2000" kern="1200" dirty="0" err="1"/>
            <a:t>Pengujian</a:t>
          </a:r>
          <a:r>
            <a:rPr lang="en-MY" sz="2000" kern="1200" dirty="0"/>
            <a:t> di Python </a:t>
          </a:r>
          <a:r>
            <a:rPr lang="en-MY" sz="2000" kern="1200" dirty="0" err="1"/>
            <a:t>menyembunyikan</a:t>
          </a:r>
          <a:r>
            <a:rPr lang="en-MY" sz="2000" kern="1200" dirty="0"/>
            <a:t> </a:t>
          </a:r>
          <a:r>
            <a:rPr lang="en-MY" sz="2000" kern="1200" dirty="0" err="1"/>
            <a:t>konsumsi</a:t>
          </a:r>
          <a:r>
            <a:rPr lang="en-MY" sz="2000" kern="1200" dirty="0"/>
            <a:t> </a:t>
          </a:r>
          <a:r>
            <a:rPr lang="en-MY" sz="2000" kern="1200" dirty="0" err="1"/>
            <a:t>memori</a:t>
          </a:r>
          <a:r>
            <a:rPr lang="en-MY" sz="2000" kern="1200" dirty="0"/>
            <a:t> </a:t>
          </a:r>
          <a:r>
            <a:rPr lang="en-MY" sz="2000" kern="1200" dirty="0" err="1"/>
            <a:t>asli</a:t>
          </a:r>
          <a:r>
            <a:rPr lang="en-MY" sz="2000" kern="1200" dirty="0"/>
            <a:t> </a:t>
          </a:r>
          <a:r>
            <a:rPr lang="en-MY" sz="2000" kern="1200" dirty="0" err="1"/>
            <a:t>perangkat</a:t>
          </a:r>
          <a:r>
            <a:rPr lang="en-MY" sz="2000" kern="1200" dirty="0"/>
            <a:t> </a:t>
          </a:r>
          <a:r>
            <a:rPr lang="en-MY" sz="2000" kern="1200" dirty="0" err="1"/>
            <a:t>keras</a:t>
          </a:r>
          <a:r>
            <a:rPr lang="en-MY" sz="2000" kern="1200" dirty="0"/>
            <a:t>; </a:t>
          </a:r>
          <a:r>
            <a:rPr lang="en-MY" sz="2000" kern="1200" dirty="0" err="1"/>
            <a:t>diperlukan</a:t>
          </a:r>
          <a:r>
            <a:rPr lang="en-MY" sz="2000" kern="1200" dirty="0"/>
            <a:t> </a:t>
          </a:r>
          <a:r>
            <a:rPr lang="en-MY" sz="2000" kern="1200" dirty="0" err="1"/>
            <a:t>implementasi</a:t>
          </a:r>
          <a:r>
            <a:rPr lang="en-MY" sz="2000" kern="1200" dirty="0"/>
            <a:t> C++ from scratch.</a:t>
          </a:r>
          <a:endParaRPr lang="en-US" sz="2000" kern="1200" dirty="0"/>
        </a:p>
      </dsp:txBody>
      <dsp:txXfrm>
        <a:off x="1848195" y="1994179"/>
        <a:ext cx="4324657" cy="1600988"/>
      </dsp:txXfrm>
    </dsp:sp>
    <dsp:sp modelId="{23D7E6AE-550D-46B6-90A7-BF72802B0DC1}">
      <dsp:nvSpPr>
        <dsp:cNvPr id="0" name=""/>
        <dsp:cNvSpPr/>
      </dsp:nvSpPr>
      <dsp:spPr>
        <a:xfrm>
          <a:off x="0" y="3983286"/>
          <a:ext cx="6245265" cy="159942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20592-EE62-4ED8-9E95-E5A85C72BA82}">
      <dsp:nvSpPr>
        <dsp:cNvPr id="0" name=""/>
        <dsp:cNvSpPr/>
      </dsp:nvSpPr>
      <dsp:spPr>
        <a:xfrm>
          <a:off x="483826" y="4343156"/>
          <a:ext cx="880543" cy="87968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E00A1-5CD1-429D-942E-DD2C7A5E2F9A}">
      <dsp:nvSpPr>
        <dsp:cNvPr id="0" name=""/>
        <dsp:cNvSpPr/>
      </dsp:nvSpPr>
      <dsp:spPr>
        <a:xfrm>
          <a:off x="1848195" y="3983286"/>
          <a:ext cx="4324657" cy="16009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38" tIns="169438" rIns="169438" bIns="169438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 dirty="0"/>
            <a:t>Tujuan : </a:t>
          </a:r>
          <a:r>
            <a:rPr lang="en-MY" sz="2000" kern="1200" dirty="0" err="1"/>
            <a:t>Menguji</a:t>
          </a:r>
          <a:r>
            <a:rPr lang="en-MY" sz="2000" kern="1200" dirty="0"/>
            <a:t> </a:t>
          </a:r>
          <a:r>
            <a:rPr lang="en-MY" sz="2000" kern="1200" dirty="0" err="1"/>
            <a:t>efisiensi</a:t>
          </a:r>
          <a:r>
            <a:rPr lang="en-MY" sz="2000" kern="1200" dirty="0"/>
            <a:t> </a:t>
          </a:r>
          <a:r>
            <a:rPr lang="en-MY" sz="2000" kern="1200" dirty="0" err="1"/>
            <a:t>memori</a:t>
          </a:r>
          <a:r>
            <a:rPr lang="en-MY" sz="2000" kern="1200" dirty="0"/>
            <a:t>/</a:t>
          </a:r>
          <a:r>
            <a:rPr lang="en-MY" sz="2000" kern="1200" dirty="0" err="1"/>
            <a:t>waktu</a:t>
          </a:r>
          <a:r>
            <a:rPr lang="en-MY" sz="2000" kern="1200" dirty="0"/>
            <a:t>, </a:t>
          </a:r>
          <a:r>
            <a:rPr lang="en-MY" sz="2000" kern="1200" dirty="0" err="1"/>
            <a:t>pengaruh</a:t>
          </a:r>
          <a:r>
            <a:rPr lang="en-MY" sz="2000" kern="1200" dirty="0"/>
            <a:t> early stopping, dan </a:t>
          </a:r>
          <a:r>
            <a:rPr lang="en-MY" sz="2000" kern="1200" dirty="0" err="1"/>
            <a:t>dampak</a:t>
          </a:r>
          <a:r>
            <a:rPr lang="en-MY" sz="2000" kern="1200" dirty="0"/>
            <a:t> </a:t>
          </a:r>
          <a:r>
            <a:rPr lang="en-MY" sz="2000" kern="1200" dirty="0" err="1"/>
            <a:t>multikolinearitas</a:t>
          </a:r>
          <a:r>
            <a:rPr lang="en-MY" sz="2000" kern="1200" dirty="0"/>
            <a:t>.</a:t>
          </a:r>
          <a:endParaRPr lang="en-US" sz="2000" kern="1200" dirty="0"/>
        </a:p>
      </dsp:txBody>
      <dsp:txXfrm>
        <a:off x="1848195" y="3983286"/>
        <a:ext cx="4324657" cy="16009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C1779-E82D-4105-892A-8F5A23C86F88}">
      <dsp:nvSpPr>
        <dsp:cNvPr id="0" name=""/>
        <dsp:cNvSpPr/>
      </dsp:nvSpPr>
      <dsp:spPr>
        <a:xfrm>
          <a:off x="3414" y="139140"/>
          <a:ext cx="3329572" cy="10524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900" kern="1200" dirty="0"/>
            <a:t>Normal Equation: O(m.n^2 + n^3)</a:t>
          </a:r>
          <a:endParaRPr lang="en-US" sz="2900" kern="1200" dirty="0"/>
        </a:p>
      </dsp:txBody>
      <dsp:txXfrm>
        <a:off x="3414" y="139140"/>
        <a:ext cx="3329572" cy="1052475"/>
      </dsp:txXfrm>
    </dsp:sp>
    <dsp:sp modelId="{27FD2684-E4FB-4550-B929-08592A3EA03C}">
      <dsp:nvSpPr>
        <dsp:cNvPr id="0" name=""/>
        <dsp:cNvSpPr/>
      </dsp:nvSpPr>
      <dsp:spPr>
        <a:xfrm>
          <a:off x="3414" y="1191615"/>
          <a:ext cx="3329572" cy="286204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800" b="1" kern="1200" dirty="0" err="1"/>
            <a:t>Cepat</a:t>
          </a:r>
          <a:r>
            <a:rPr lang="en-MY" sz="2800" kern="1200" dirty="0"/>
            <a:t> </a:t>
          </a:r>
          <a:r>
            <a:rPr lang="en-MY" sz="2800" kern="1200" dirty="0" err="1"/>
            <a:t>untuk</a:t>
          </a:r>
          <a:r>
            <a:rPr lang="en-MY" sz="2800" kern="1200" dirty="0"/>
            <a:t> </a:t>
          </a:r>
          <a:r>
            <a:rPr lang="en-MY" sz="2800" kern="1200" dirty="0" err="1"/>
            <a:t>fitur</a:t>
          </a:r>
          <a:r>
            <a:rPr lang="en-MY" sz="2800" kern="1200" dirty="0"/>
            <a:t> </a:t>
          </a:r>
          <a:r>
            <a:rPr lang="en-MY" sz="2800" kern="1200" dirty="0" err="1"/>
            <a:t>sedikit</a:t>
          </a:r>
          <a:r>
            <a:rPr lang="en-MY" sz="2800" kern="1200" dirty="0"/>
            <a:t>, </a:t>
          </a:r>
          <a:r>
            <a:rPr lang="en-MY" sz="2800" kern="1200" dirty="0" err="1"/>
            <a:t>namun</a:t>
          </a:r>
          <a:r>
            <a:rPr lang="en-MY" sz="2800" kern="1200" dirty="0"/>
            <a:t> </a:t>
          </a:r>
          <a:r>
            <a:rPr lang="en-MY" sz="2800" kern="1200" dirty="0" err="1"/>
            <a:t>gagal</a:t>
          </a:r>
          <a:r>
            <a:rPr lang="en-MY" sz="2800" kern="1200" dirty="0"/>
            <a:t> </a:t>
          </a:r>
          <a:r>
            <a:rPr lang="en-MY" sz="2800" kern="1200" dirty="0" err="1"/>
            <a:t>jika</a:t>
          </a:r>
          <a:r>
            <a:rPr lang="en-MY" sz="2800" kern="1200" dirty="0"/>
            <a:t> </a:t>
          </a:r>
          <a:r>
            <a:rPr lang="en-MY" sz="2800" kern="1200" dirty="0" err="1"/>
            <a:t>matriks</a:t>
          </a:r>
          <a:r>
            <a:rPr lang="en-MY" sz="2800" kern="1200" dirty="0"/>
            <a:t> </a:t>
          </a:r>
          <a:r>
            <a:rPr lang="en-MY" sz="2800" b="1" kern="1200" dirty="0"/>
            <a:t>singular</a:t>
          </a:r>
          <a:r>
            <a:rPr lang="en-MY" sz="2800" kern="1200" dirty="0"/>
            <a:t> (</a:t>
          </a:r>
          <a:r>
            <a:rPr lang="en-MY" sz="2800" kern="1200" dirty="0" err="1"/>
            <a:t>determinan</a:t>
          </a:r>
          <a:r>
            <a:rPr lang="en-MY" sz="2800" kern="1200" dirty="0"/>
            <a:t> </a:t>
          </a:r>
          <a:r>
            <a:rPr lang="en-MY" sz="2800" kern="1200" dirty="0" err="1"/>
            <a:t>nol</a:t>
          </a:r>
          <a:r>
            <a:rPr lang="en-MY" sz="2800" kern="1200" dirty="0"/>
            <a:t>).</a:t>
          </a:r>
          <a:endParaRPr lang="en-US" sz="2800" kern="1200" dirty="0"/>
        </a:p>
      </dsp:txBody>
      <dsp:txXfrm>
        <a:off x="3414" y="1191615"/>
        <a:ext cx="3329572" cy="2862048"/>
      </dsp:txXfrm>
    </dsp:sp>
    <dsp:sp modelId="{B392A608-A230-4DDE-B581-8A7666609142}">
      <dsp:nvSpPr>
        <dsp:cNvPr id="0" name=""/>
        <dsp:cNvSpPr/>
      </dsp:nvSpPr>
      <dsp:spPr>
        <a:xfrm>
          <a:off x="3799128" y="139140"/>
          <a:ext cx="3329572" cy="10524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900" kern="1200" dirty="0"/>
            <a:t>Vanilla GD: O(</a:t>
          </a:r>
          <a:r>
            <a:rPr lang="en-MY" sz="2900" kern="1200" dirty="0" err="1"/>
            <a:t>K.m.</a:t>
          </a:r>
          <a:r>
            <a:rPr lang="en-MY" sz="2900" kern="1200" err="1"/>
            <a:t>n</a:t>
          </a:r>
          <a:r>
            <a:rPr lang="en-MY" sz="2900" kern="1200"/>
            <a:t>)</a:t>
          </a:r>
          <a:endParaRPr lang="en-US" sz="2900" kern="1200" dirty="0"/>
        </a:p>
      </dsp:txBody>
      <dsp:txXfrm>
        <a:off x="3799128" y="139140"/>
        <a:ext cx="3329572" cy="1052475"/>
      </dsp:txXfrm>
    </dsp:sp>
    <dsp:sp modelId="{5C39A55F-B3D3-4C3C-9221-207885947B43}">
      <dsp:nvSpPr>
        <dsp:cNvPr id="0" name=""/>
        <dsp:cNvSpPr/>
      </dsp:nvSpPr>
      <dsp:spPr>
        <a:xfrm>
          <a:off x="3799128" y="1191615"/>
          <a:ext cx="3329572" cy="2862048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900" b="1" kern="1200" dirty="0" err="1"/>
            <a:t>Skalabel</a:t>
          </a:r>
          <a:r>
            <a:rPr lang="en-MY" sz="2900" kern="1200" dirty="0"/>
            <a:t> </a:t>
          </a:r>
          <a:r>
            <a:rPr lang="en-MY" sz="2900" kern="1200" dirty="0" err="1"/>
            <a:t>untuk</a:t>
          </a:r>
          <a:r>
            <a:rPr lang="en-MY" sz="2900" kern="1200" dirty="0"/>
            <a:t> data </a:t>
          </a:r>
          <a:r>
            <a:rPr lang="en-MY" sz="2900" kern="1200" dirty="0" err="1"/>
            <a:t>besar</a:t>
          </a:r>
          <a:r>
            <a:rPr lang="en-MY" sz="2900" kern="1200" dirty="0"/>
            <a:t>, </a:t>
          </a:r>
          <a:r>
            <a:rPr lang="en-MY" sz="2900" kern="1200" dirty="0" err="1"/>
            <a:t>tetapi</a:t>
          </a:r>
          <a:r>
            <a:rPr lang="en-MY" sz="2900" kern="1200" dirty="0"/>
            <a:t> sangat </a:t>
          </a:r>
          <a:r>
            <a:rPr lang="en-MY" sz="2900" kern="1200" dirty="0" err="1"/>
            <a:t>sensitif</a:t>
          </a:r>
          <a:r>
            <a:rPr lang="en-MY" sz="2900" kern="1200" dirty="0"/>
            <a:t> </a:t>
          </a:r>
          <a:r>
            <a:rPr lang="en-MY" sz="2900" kern="1200" dirty="0" err="1"/>
            <a:t>terhadap</a:t>
          </a:r>
          <a:r>
            <a:rPr lang="en-MY" sz="2900" kern="1200" dirty="0"/>
            <a:t> </a:t>
          </a:r>
          <a:r>
            <a:rPr lang="en-MY" sz="2900" kern="1200" dirty="0" err="1"/>
            <a:t>pilihan</a:t>
          </a:r>
          <a:r>
            <a:rPr lang="en-MY" sz="2900" kern="1200" dirty="0"/>
            <a:t> </a:t>
          </a:r>
          <a:r>
            <a:rPr lang="en-MY" sz="2900" b="1" kern="1200" dirty="0"/>
            <a:t>learning rate</a:t>
          </a:r>
          <a:r>
            <a:rPr lang="en-MY" sz="2900" kern="1200" dirty="0"/>
            <a:t>.</a:t>
          </a:r>
          <a:endParaRPr lang="en-US" sz="2900" kern="1200" dirty="0"/>
        </a:p>
      </dsp:txBody>
      <dsp:txXfrm>
        <a:off x="3799128" y="1191615"/>
        <a:ext cx="3329572" cy="2862048"/>
      </dsp:txXfrm>
    </dsp:sp>
    <dsp:sp modelId="{F9BF31EC-9000-4221-A960-E08209BE8117}">
      <dsp:nvSpPr>
        <dsp:cNvPr id="0" name=""/>
        <dsp:cNvSpPr/>
      </dsp:nvSpPr>
      <dsp:spPr>
        <a:xfrm>
          <a:off x="7594841" y="139140"/>
          <a:ext cx="3329572" cy="10524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900" kern="1200" dirty="0"/>
            <a:t>Tuned GD: O(</a:t>
          </a:r>
          <a:r>
            <a:rPr lang="en-MY" sz="2900" kern="1200" dirty="0" err="1"/>
            <a:t>L.I.K_max.m.</a:t>
          </a:r>
          <a:r>
            <a:rPr lang="en-MY" sz="2900" kern="1200" err="1"/>
            <a:t>n</a:t>
          </a:r>
          <a:r>
            <a:rPr lang="en-MY" sz="2900" kern="1200"/>
            <a:t>)</a:t>
          </a:r>
          <a:endParaRPr lang="en-US" sz="2900" kern="1200" dirty="0"/>
        </a:p>
      </dsp:txBody>
      <dsp:txXfrm>
        <a:off x="7594841" y="139140"/>
        <a:ext cx="3329572" cy="1052475"/>
      </dsp:txXfrm>
    </dsp:sp>
    <dsp:sp modelId="{5E6980CC-2313-4779-AD35-8F46C27ECFC2}">
      <dsp:nvSpPr>
        <dsp:cNvPr id="0" name=""/>
        <dsp:cNvSpPr/>
      </dsp:nvSpPr>
      <dsp:spPr>
        <a:xfrm>
          <a:off x="7594841" y="1191615"/>
          <a:ext cx="3329572" cy="286204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2900" kern="1200" dirty="0"/>
            <a:t>Beban </a:t>
          </a:r>
          <a:r>
            <a:rPr lang="en-MY" sz="2900" b="1" kern="1200" dirty="0" err="1"/>
            <a:t>komputasi</a:t>
          </a:r>
          <a:r>
            <a:rPr lang="en-MY" sz="2900" b="1" kern="1200" dirty="0"/>
            <a:t> </a:t>
          </a:r>
          <a:r>
            <a:rPr lang="en-MY" sz="2900" b="1" kern="1200" dirty="0" err="1"/>
            <a:t>tinggi</a:t>
          </a:r>
          <a:r>
            <a:rPr lang="en-MY" sz="2900" b="1" kern="1200" dirty="0"/>
            <a:t> </a:t>
          </a:r>
          <a:r>
            <a:rPr lang="en-MY" sz="2900" kern="1200" dirty="0"/>
            <a:t>di </a:t>
          </a:r>
          <a:r>
            <a:rPr lang="en-MY" sz="2900" kern="1200" dirty="0" err="1"/>
            <a:t>awal</a:t>
          </a:r>
          <a:r>
            <a:rPr lang="en-MY" sz="2900" kern="1200" dirty="0"/>
            <a:t> (Grid Search) demi </a:t>
          </a:r>
          <a:r>
            <a:rPr lang="en-MY" sz="2900" kern="1200" dirty="0" err="1"/>
            <a:t>stabilitas</a:t>
          </a:r>
          <a:r>
            <a:rPr lang="en-MY" sz="2900" kern="1200" dirty="0"/>
            <a:t> </a:t>
          </a:r>
          <a:r>
            <a:rPr lang="en-MY" sz="2900" kern="1200" dirty="0" err="1"/>
            <a:t>akurasi</a:t>
          </a:r>
          <a:r>
            <a:rPr lang="en-MY" sz="2900" kern="1200" dirty="0"/>
            <a:t> optimal.</a:t>
          </a:r>
          <a:endParaRPr lang="en-US" sz="2900" kern="1200" dirty="0"/>
        </a:p>
      </dsp:txBody>
      <dsp:txXfrm>
        <a:off x="7594841" y="1191615"/>
        <a:ext cx="3329572" cy="28620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71330-8E11-46A8-98AD-E775DB58FE69}">
      <dsp:nvSpPr>
        <dsp:cNvPr id="0" name=""/>
        <dsp:cNvSpPr/>
      </dsp:nvSpPr>
      <dsp:spPr>
        <a:xfrm>
          <a:off x="0" y="7091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294C86-5B50-4EAA-AF41-6314C2F42296}">
      <dsp:nvSpPr>
        <dsp:cNvPr id="0" name=""/>
        <dsp:cNvSpPr/>
      </dsp:nvSpPr>
      <dsp:spPr>
        <a:xfrm>
          <a:off x="281081" y="216160"/>
          <a:ext cx="511056" cy="511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C1B605-ACB0-4AC3-AA7D-3A4FE125391A}">
      <dsp:nvSpPr>
        <dsp:cNvPr id="0" name=""/>
        <dsp:cNvSpPr/>
      </dsp:nvSpPr>
      <dsp:spPr>
        <a:xfrm>
          <a:off x="1073219" y="7091"/>
          <a:ext cx="5170996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 err="1"/>
            <a:t>Arsitektur</a:t>
          </a:r>
          <a:r>
            <a:rPr lang="en-MY" sz="1700" kern="1200" dirty="0"/>
            <a:t> C++ OOP: </a:t>
          </a:r>
          <a:r>
            <a:rPr lang="en-MY" sz="1700" kern="1200" dirty="0" err="1"/>
            <a:t>Pemisahan</a:t>
          </a:r>
          <a:r>
            <a:rPr lang="en-MY" sz="1700" kern="1200" dirty="0"/>
            <a:t> </a:t>
          </a:r>
          <a:r>
            <a:rPr lang="en-MY" sz="1700" kern="1200" dirty="0" err="1"/>
            <a:t>ketat</a:t>
          </a:r>
          <a:r>
            <a:rPr lang="en-MY" sz="1700" kern="1200" dirty="0"/>
            <a:t> </a:t>
          </a:r>
          <a:r>
            <a:rPr lang="en-MY" sz="1700" kern="1200" dirty="0" err="1"/>
            <a:t>antara</a:t>
          </a:r>
          <a:r>
            <a:rPr lang="en-MY" sz="1700" kern="1200" dirty="0"/>
            <a:t> preprocessing, model, dan </a:t>
          </a:r>
          <a:r>
            <a:rPr lang="en-MY" sz="1700" kern="1200" dirty="0" err="1"/>
            <a:t>evaluasi</a:t>
          </a:r>
          <a:r>
            <a:rPr lang="en-MY" sz="1700" kern="1200" dirty="0"/>
            <a:t>.</a:t>
          </a:r>
          <a:endParaRPr lang="en-US" sz="1700" kern="1200" dirty="0"/>
        </a:p>
      </dsp:txBody>
      <dsp:txXfrm>
        <a:off x="1073219" y="7091"/>
        <a:ext cx="5170996" cy="929193"/>
      </dsp:txXfrm>
    </dsp:sp>
    <dsp:sp modelId="{56D79F9F-8B7B-43A2-ACC6-DC01DEFE174F}">
      <dsp:nvSpPr>
        <dsp:cNvPr id="0" name=""/>
        <dsp:cNvSpPr/>
      </dsp:nvSpPr>
      <dsp:spPr>
        <a:xfrm>
          <a:off x="0" y="1168584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BBDBC-8178-4624-BF0E-80F7C85B6753}">
      <dsp:nvSpPr>
        <dsp:cNvPr id="0" name=""/>
        <dsp:cNvSpPr/>
      </dsp:nvSpPr>
      <dsp:spPr>
        <a:xfrm>
          <a:off x="281081" y="1377652"/>
          <a:ext cx="511056" cy="5110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BAC8CA-CC01-433A-B510-15C9853E2A9F}">
      <dsp:nvSpPr>
        <dsp:cNvPr id="0" name=""/>
        <dsp:cNvSpPr/>
      </dsp:nvSpPr>
      <dsp:spPr>
        <a:xfrm>
          <a:off x="1073219" y="1168584"/>
          <a:ext cx="2810369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Komparasi 3 Algoritma :</a:t>
          </a:r>
          <a:endParaRPr lang="en-US" sz="1700" kern="1200" dirty="0"/>
        </a:p>
      </dsp:txBody>
      <dsp:txXfrm>
        <a:off x="1073219" y="1168584"/>
        <a:ext cx="2810369" cy="929193"/>
      </dsp:txXfrm>
    </dsp:sp>
    <dsp:sp modelId="{CE2EC13B-828B-4729-969C-C7E824CEF7BD}">
      <dsp:nvSpPr>
        <dsp:cNvPr id="0" name=""/>
        <dsp:cNvSpPr/>
      </dsp:nvSpPr>
      <dsp:spPr>
        <a:xfrm>
          <a:off x="3883588" y="1168584"/>
          <a:ext cx="2360627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Normal Equation</a:t>
          </a:r>
          <a:endParaRPr lang="en-US" sz="1400" b="1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Gradient Descent Vanila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Tuned Gradient Descent</a:t>
          </a:r>
        </a:p>
      </dsp:txBody>
      <dsp:txXfrm>
        <a:off x="3883588" y="1168584"/>
        <a:ext cx="2360627" cy="929193"/>
      </dsp:txXfrm>
    </dsp:sp>
    <dsp:sp modelId="{74EEF5FE-0645-4875-8A6D-D9E525D38BB9}">
      <dsp:nvSpPr>
        <dsp:cNvPr id="0" name=""/>
        <dsp:cNvSpPr/>
      </dsp:nvSpPr>
      <dsp:spPr>
        <a:xfrm>
          <a:off x="0" y="2330076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FAEF8-CC7C-4A37-A892-33745DF833BD}">
      <dsp:nvSpPr>
        <dsp:cNvPr id="0" name=""/>
        <dsp:cNvSpPr/>
      </dsp:nvSpPr>
      <dsp:spPr>
        <a:xfrm>
          <a:off x="281081" y="2539145"/>
          <a:ext cx="511056" cy="51105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D68ED4-F4A8-4999-B56D-D7B33ED1E9E1}">
      <dsp:nvSpPr>
        <dsp:cNvPr id="0" name=""/>
        <dsp:cNvSpPr/>
      </dsp:nvSpPr>
      <dsp:spPr>
        <a:xfrm>
          <a:off x="1073219" y="2330076"/>
          <a:ext cx="5170996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kern="1200" dirty="0" err="1"/>
            <a:t>Metrik</a:t>
          </a:r>
          <a:r>
            <a:rPr lang="en-MY" sz="1700" kern="1200" dirty="0"/>
            <a:t> Uji: Waktu (&lt;chrono&gt;), Memori RAM (Windows API), dan </a:t>
          </a:r>
          <a:r>
            <a:rPr lang="en-MY" sz="1700" kern="1200" dirty="0" err="1"/>
            <a:t>Akurasi</a:t>
          </a:r>
          <a:r>
            <a:rPr lang="en-MY" sz="1700" kern="1200" dirty="0"/>
            <a:t> (MSE, RMSE, MAE, R^2).</a:t>
          </a:r>
          <a:endParaRPr lang="en-US" sz="1700" kern="1200" dirty="0"/>
        </a:p>
      </dsp:txBody>
      <dsp:txXfrm>
        <a:off x="1073219" y="2330076"/>
        <a:ext cx="5170996" cy="929193"/>
      </dsp:txXfrm>
    </dsp:sp>
    <dsp:sp modelId="{408C9004-E47E-49AE-B9CB-993ED74C482C}">
      <dsp:nvSpPr>
        <dsp:cNvPr id="0" name=""/>
        <dsp:cNvSpPr/>
      </dsp:nvSpPr>
      <dsp:spPr>
        <a:xfrm>
          <a:off x="0" y="3491568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C48CF6-C7BB-45FD-8C92-8A8BBFBD8D99}">
      <dsp:nvSpPr>
        <dsp:cNvPr id="0" name=""/>
        <dsp:cNvSpPr/>
      </dsp:nvSpPr>
      <dsp:spPr>
        <a:xfrm>
          <a:off x="281081" y="3700637"/>
          <a:ext cx="511056" cy="51105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8EFF2-8340-44DB-A76C-B231D0E10C01}">
      <dsp:nvSpPr>
        <dsp:cNvPr id="0" name=""/>
        <dsp:cNvSpPr/>
      </dsp:nvSpPr>
      <dsp:spPr>
        <a:xfrm>
          <a:off x="1073219" y="3491568"/>
          <a:ext cx="5170996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b="1" kern="1200" dirty="0"/>
            <a:t>Dataset 1</a:t>
          </a:r>
          <a:r>
            <a:rPr lang="en-MY" sz="1700" kern="1200" dirty="0"/>
            <a:t> (Energy): 48.024 baris, 7 </a:t>
          </a:r>
          <a:r>
            <a:rPr lang="en-MY" sz="1700" kern="1200" dirty="0" err="1"/>
            <a:t>fitur</a:t>
          </a:r>
          <a:endParaRPr lang="en-US" sz="1700" kern="1200" dirty="0"/>
        </a:p>
      </dsp:txBody>
      <dsp:txXfrm>
        <a:off x="1073219" y="3491568"/>
        <a:ext cx="5170996" cy="929193"/>
      </dsp:txXfrm>
    </dsp:sp>
    <dsp:sp modelId="{2112CAB0-F140-404C-BCA9-40A3DE4D654F}">
      <dsp:nvSpPr>
        <dsp:cNvPr id="0" name=""/>
        <dsp:cNvSpPr/>
      </dsp:nvSpPr>
      <dsp:spPr>
        <a:xfrm>
          <a:off x="0" y="4653061"/>
          <a:ext cx="6245265" cy="92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BE7DDA-BF30-481A-854A-5BA5B98CABFA}">
      <dsp:nvSpPr>
        <dsp:cNvPr id="0" name=""/>
        <dsp:cNvSpPr/>
      </dsp:nvSpPr>
      <dsp:spPr>
        <a:xfrm>
          <a:off x="281081" y="4862130"/>
          <a:ext cx="511056" cy="51105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0244E-E964-45B3-84E9-D98EFEB5229E}">
      <dsp:nvSpPr>
        <dsp:cNvPr id="0" name=""/>
        <dsp:cNvSpPr/>
      </dsp:nvSpPr>
      <dsp:spPr>
        <a:xfrm>
          <a:off x="1073219" y="4653061"/>
          <a:ext cx="5170996" cy="92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340" tIns="98340" rIns="98340" bIns="9834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700" b="1" kern="1200" dirty="0"/>
            <a:t>Dataset 2</a:t>
          </a:r>
          <a:r>
            <a:rPr lang="en-MY" sz="1700" kern="1200" dirty="0"/>
            <a:t> (</a:t>
          </a:r>
          <a:r>
            <a:rPr lang="en-MY" sz="1700" kern="1200" dirty="0" err="1"/>
            <a:t>Komoditas</a:t>
          </a:r>
          <a:r>
            <a:rPr lang="en-MY" sz="1700" kern="1200" dirty="0"/>
            <a:t>): 781 baris, 43 </a:t>
          </a:r>
          <a:r>
            <a:rPr lang="en-MY" sz="1700" kern="1200" dirty="0" err="1"/>
            <a:t>kolom</a:t>
          </a:r>
          <a:r>
            <a:rPr lang="en-MY" sz="1700" kern="1200" dirty="0"/>
            <a:t> (</a:t>
          </a:r>
          <a:r>
            <a:rPr lang="en-MY" sz="1700" kern="1200" dirty="0" err="1"/>
            <a:t>Multikolinearitas</a:t>
          </a:r>
          <a:r>
            <a:rPr lang="en-MY" sz="1700" kern="1200" dirty="0"/>
            <a:t> </a:t>
          </a:r>
          <a:r>
            <a:rPr lang="en-MY" sz="1700" kern="1200" dirty="0" err="1"/>
            <a:t>tinggi</a:t>
          </a:r>
          <a:r>
            <a:rPr lang="en-MY" sz="1700" kern="1200" dirty="0"/>
            <a:t>).</a:t>
          </a:r>
          <a:endParaRPr lang="en-US" sz="1700" kern="1200" dirty="0"/>
        </a:p>
      </dsp:txBody>
      <dsp:txXfrm>
        <a:off x="1073219" y="4653061"/>
        <a:ext cx="5170996" cy="9291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A3FB9-ED97-440F-962B-F3C51ACE369B}">
      <dsp:nvSpPr>
        <dsp:cNvPr id="0" name=""/>
        <dsp:cNvSpPr/>
      </dsp:nvSpPr>
      <dsp:spPr>
        <a:xfrm>
          <a:off x="853" y="21822"/>
          <a:ext cx="3457633" cy="41491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 dirty="0" err="1"/>
            <a:t>Akurasi</a:t>
          </a:r>
          <a:r>
            <a:rPr lang="en-MY" sz="1900" b="1" kern="1200" dirty="0"/>
            <a:t> (R^2 ~0.93):</a:t>
          </a:r>
          <a:endParaRPr lang="en-US" sz="19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500" kern="1200" dirty="0"/>
            <a:t>Normal Equation paling </a:t>
          </a:r>
          <a:r>
            <a:rPr lang="en-MY" sz="1500" kern="1200" dirty="0" err="1"/>
            <a:t>eksak</a:t>
          </a:r>
          <a:r>
            <a:rPr lang="en-MY" sz="1500" kern="1200" dirty="0"/>
            <a:t> (MSE: 2416.29).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500" kern="1200" dirty="0"/>
            <a:t>Tuned GD (2416.35)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500" kern="1200" dirty="0"/>
            <a:t>Vanilla GD (2416.49)</a:t>
          </a:r>
          <a:endParaRPr lang="en-US" sz="1500" kern="1200" dirty="0"/>
        </a:p>
      </dsp:txBody>
      <dsp:txXfrm>
        <a:off x="853" y="1681486"/>
        <a:ext cx="3457633" cy="2489496"/>
      </dsp:txXfrm>
    </dsp:sp>
    <dsp:sp modelId="{37419F8D-A8E0-41E3-AF0E-C32F6D471BAD}">
      <dsp:nvSpPr>
        <dsp:cNvPr id="0" name=""/>
        <dsp:cNvSpPr/>
      </dsp:nvSpPr>
      <dsp:spPr>
        <a:xfrm>
          <a:off x="853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3" y="21822"/>
        <a:ext cx="3457633" cy="1659664"/>
      </dsp:txXfrm>
    </dsp:sp>
    <dsp:sp modelId="{BB985DF9-0E4D-40DC-960F-17A75144EE9F}">
      <dsp:nvSpPr>
        <dsp:cNvPr id="0" name=""/>
        <dsp:cNvSpPr/>
      </dsp:nvSpPr>
      <dsp:spPr>
        <a:xfrm>
          <a:off x="3735097" y="21822"/>
          <a:ext cx="3457633" cy="414916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b="1" kern="1200" dirty="0" err="1"/>
            <a:t>Kecepatan</a:t>
          </a:r>
          <a:r>
            <a:rPr lang="en-MY" sz="2100" b="1" kern="1200" dirty="0"/>
            <a:t> </a:t>
          </a:r>
          <a:r>
            <a:rPr lang="en-MY" sz="2100" b="1" kern="1200" dirty="0" err="1"/>
            <a:t>Komputasi</a:t>
          </a:r>
          <a:r>
            <a:rPr lang="en-MY" sz="2100" b="1" kern="1200" dirty="0"/>
            <a:t>:</a:t>
          </a:r>
          <a:endParaRPr lang="en-US" sz="2100" b="1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700" kern="1200" dirty="0"/>
            <a:t>Normal Equation </a:t>
          </a:r>
          <a:r>
            <a:rPr lang="en-MY" sz="1700" kern="1200" dirty="0" err="1"/>
            <a:t>instan</a:t>
          </a:r>
          <a:r>
            <a:rPr lang="en-MY" sz="1700" kern="1200" dirty="0"/>
            <a:t> (~0.25 </a:t>
          </a:r>
          <a:r>
            <a:rPr lang="en-MY" sz="1700" kern="1200" dirty="0" err="1"/>
            <a:t>detik</a:t>
          </a:r>
          <a:r>
            <a:rPr lang="en-MY" sz="1700" kern="1200" dirty="0"/>
            <a:t>)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700" kern="1200" dirty="0"/>
            <a:t>Tuned GD </a:t>
          </a:r>
          <a:r>
            <a:rPr lang="en-MY" sz="1700" kern="1200" dirty="0" err="1"/>
            <a:t>terlama</a:t>
          </a:r>
          <a:r>
            <a:rPr lang="en-MY" sz="1700" kern="1200" dirty="0"/>
            <a:t> (~200 </a:t>
          </a:r>
          <a:r>
            <a:rPr lang="en-MY" sz="1700" kern="1200" dirty="0" err="1"/>
            <a:t>detik</a:t>
          </a:r>
          <a:r>
            <a:rPr lang="en-MY" sz="1700" kern="1200" dirty="0"/>
            <a:t>) </a:t>
          </a:r>
          <a:r>
            <a:rPr lang="en-MY" sz="1700" kern="1200" dirty="0" err="1"/>
            <a:t>karena</a:t>
          </a:r>
          <a:r>
            <a:rPr lang="en-MY" sz="1700" kern="1200" dirty="0"/>
            <a:t> proses Grid Search.</a:t>
          </a:r>
          <a:endParaRPr lang="en-US" sz="1700" kern="1200" dirty="0"/>
        </a:p>
      </dsp:txBody>
      <dsp:txXfrm>
        <a:off x="3735097" y="1681486"/>
        <a:ext cx="3457633" cy="2489496"/>
      </dsp:txXfrm>
    </dsp:sp>
    <dsp:sp modelId="{EA08D74B-841F-44CB-9D16-F37A2D482610}">
      <dsp:nvSpPr>
        <dsp:cNvPr id="0" name=""/>
        <dsp:cNvSpPr/>
      </dsp:nvSpPr>
      <dsp:spPr>
        <a:xfrm>
          <a:off x="3735097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5097" y="21822"/>
        <a:ext cx="3457633" cy="1659664"/>
      </dsp:txXfrm>
    </dsp:sp>
    <dsp:sp modelId="{8AACB73A-6C9A-4E84-95C7-679D8780A9B2}">
      <dsp:nvSpPr>
        <dsp:cNvPr id="0" name=""/>
        <dsp:cNvSpPr/>
      </dsp:nvSpPr>
      <dsp:spPr>
        <a:xfrm>
          <a:off x="7469341" y="21822"/>
          <a:ext cx="3457633" cy="414916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0" rIns="341537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b="1" kern="1200" dirty="0" err="1"/>
            <a:t>Efisiensi</a:t>
          </a:r>
          <a:r>
            <a:rPr lang="en-MY" sz="1900" b="1" kern="1200" dirty="0"/>
            <a:t> </a:t>
          </a:r>
          <a:r>
            <a:rPr lang="en-MY" sz="1900" b="1" kern="1200" dirty="0" err="1"/>
            <a:t>Iterasi</a:t>
          </a:r>
          <a:r>
            <a:rPr lang="en-MY" sz="1900" b="1" kern="1200" dirty="0"/>
            <a:t>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 err="1"/>
            <a:t>Berkat</a:t>
          </a:r>
          <a:r>
            <a:rPr lang="en-MY" sz="1900" kern="1200" dirty="0"/>
            <a:t> early stopping, Tuned GD : </a:t>
          </a:r>
          <a:r>
            <a:rPr lang="en-MY" sz="1900" kern="1200" dirty="0" err="1"/>
            <a:t>konvergen</a:t>
          </a:r>
          <a:r>
            <a:rPr lang="en-MY" sz="1900" kern="1200" dirty="0"/>
            <a:t> </a:t>
          </a:r>
          <a:r>
            <a:rPr lang="en-MY" sz="1900" kern="1200" dirty="0" err="1"/>
            <a:t>hanya</a:t>
          </a:r>
          <a:r>
            <a:rPr lang="en-MY" sz="1900" kern="1200" dirty="0"/>
            <a:t> </a:t>
          </a:r>
          <a:r>
            <a:rPr lang="en-MY" sz="1900" kern="1200" dirty="0" err="1"/>
            <a:t>dalam</a:t>
          </a:r>
          <a:r>
            <a:rPr lang="en-MY" sz="1900" kern="1200" dirty="0"/>
            <a:t> 540 </a:t>
          </a:r>
          <a:r>
            <a:rPr lang="en-MY" sz="1900" kern="1200" dirty="0" err="1"/>
            <a:t>iterasi</a:t>
          </a:r>
          <a:r>
            <a:rPr lang="en-MY" sz="1900" kern="1200" dirty="0"/>
            <a:t>, </a:t>
          </a:r>
          <a:r>
            <a:rPr lang="en-MY" sz="1900" kern="1200" dirty="0" err="1"/>
            <a:t>jauh</a:t>
          </a:r>
          <a:r>
            <a:rPr lang="en-MY" sz="1900" kern="1200" dirty="0"/>
            <a:t> </a:t>
          </a:r>
          <a:r>
            <a:rPr lang="en-MY" sz="1900" kern="1200" dirty="0" err="1"/>
            <a:t>mengungguli</a:t>
          </a:r>
          <a:r>
            <a:rPr lang="en-MY" sz="1900" kern="1200" dirty="0"/>
            <a:t>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900" kern="1200" dirty="0"/>
            <a:t>Vanilla GD :yang </a:t>
          </a:r>
          <a:r>
            <a:rPr lang="en-MY" sz="1900" kern="1200" dirty="0" err="1"/>
            <a:t>terjebak</a:t>
          </a:r>
          <a:r>
            <a:rPr lang="en-MY" sz="1900" kern="1200" dirty="0"/>
            <a:t> di 4700 </a:t>
          </a:r>
          <a:r>
            <a:rPr lang="en-MY" sz="1900" kern="1200" dirty="0" err="1"/>
            <a:t>iterasi</a:t>
          </a:r>
          <a:r>
            <a:rPr lang="en-MY" sz="1900" kern="1200" dirty="0"/>
            <a:t>.</a:t>
          </a:r>
          <a:endParaRPr lang="en-US" sz="1900" kern="1200" dirty="0"/>
        </a:p>
      </dsp:txBody>
      <dsp:txXfrm>
        <a:off x="7469341" y="1681486"/>
        <a:ext cx="3457633" cy="2489496"/>
      </dsp:txXfrm>
    </dsp:sp>
    <dsp:sp modelId="{0D1C63B5-B5D0-4A4A-B30E-4DB347A7469B}">
      <dsp:nvSpPr>
        <dsp:cNvPr id="0" name=""/>
        <dsp:cNvSpPr/>
      </dsp:nvSpPr>
      <dsp:spPr>
        <a:xfrm>
          <a:off x="7469341" y="21822"/>
          <a:ext cx="3457633" cy="16596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37" tIns="165100" rIns="341537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9341" y="21822"/>
        <a:ext cx="3457633" cy="16596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0DD42-E537-42B1-8245-3E304DB790F8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5977B-BA29-4188-9C28-DFFC5633932F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438FF-8E43-463F-807E-674234EF75AC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Normal Equation: Terbaik untuk data berdimensi rendah, tetapi rentan gagal pada multikolinearitas tinggi (butuh Ridge Regression).</a:t>
          </a:r>
          <a:endParaRPr lang="en-US" sz="2300" kern="1200"/>
        </a:p>
      </dsp:txBody>
      <dsp:txXfrm>
        <a:off x="1437631" y="531"/>
        <a:ext cx="9077968" cy="1244702"/>
      </dsp:txXfrm>
    </dsp:sp>
    <dsp:sp modelId="{20512847-F1A3-4F75-95F8-431B1E02A426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8FE402-BB37-466C-97E2-5BCA431A371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59EE0-85CB-45E2-BD52-935CE8AD0205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Vanilla GD: Skalabel, namun boros iterasi tanpa optimasi parameter.</a:t>
          </a:r>
          <a:endParaRPr lang="en-US" sz="2300" kern="1200"/>
        </a:p>
      </dsp:txBody>
      <dsp:txXfrm>
        <a:off x="1437631" y="1556410"/>
        <a:ext cx="9077968" cy="1244702"/>
      </dsp:txXfrm>
    </dsp:sp>
    <dsp:sp modelId="{BF5E431C-B627-469D-90C6-F30ABC6299AA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307DEC-A87C-4412-AAC0-1BDEBF08EE9F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400CF-2F78-4868-A865-94893234CECE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kern="1200"/>
            <a:t>Tuned GD: Solusi paling robust—menawarkan stabilitas akurasi, efisiensi konvergensi (early stopping), dan ketahanan pada data multikolinearitas.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498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48887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616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23790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9494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5658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907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6492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5575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7009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2661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E071-56A0-C685-FCDB-030B34E4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EBFB1-865E-860F-7B47-56D16FE87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41064-E2E4-6DA9-7731-A6AC4FFBE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03BD5-5682-4159-3047-B299A9AAF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640C7-9176-A038-8BD7-EBD5B465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4631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EBB20C-CC31-46BD-8C48-C7AC38A28067}" type="datetimeFigureOut">
              <a:rPr lang="en-MY" smtClean="0"/>
              <a:t>13/6/2026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474E8-103E-4B41-872A-C05E3BBB17E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5626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0784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68E935-760E-3D8C-220A-AEC83E493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1249" y="973597"/>
            <a:ext cx="7649501" cy="2960183"/>
          </a:xfrm>
        </p:spPr>
        <p:txBody>
          <a:bodyPr>
            <a:normAutofit/>
          </a:bodyPr>
          <a:lstStyle/>
          <a:p>
            <a:r>
              <a:rPr lang="fr-FR" sz="5100" b="1" dirty="0" err="1">
                <a:solidFill>
                  <a:srgbClr val="FFFFFF"/>
                </a:solidFill>
              </a:rPr>
              <a:t>Komparasi</a:t>
            </a:r>
            <a:r>
              <a:rPr lang="fr-FR" sz="5100" b="1" dirty="0">
                <a:solidFill>
                  <a:srgbClr val="FFFFFF"/>
                </a:solidFill>
              </a:rPr>
              <a:t> </a:t>
            </a:r>
            <a:r>
              <a:rPr lang="fr-FR" sz="5100" b="1" dirty="0" err="1">
                <a:solidFill>
                  <a:srgbClr val="FFFFFF"/>
                </a:solidFill>
              </a:rPr>
              <a:t>Regresi</a:t>
            </a:r>
            <a:r>
              <a:rPr lang="fr-FR" sz="5100" b="1" dirty="0">
                <a:solidFill>
                  <a:srgbClr val="FFFFFF"/>
                </a:solidFill>
              </a:rPr>
              <a:t> Linier:</a:t>
            </a:r>
            <a:br>
              <a:rPr lang="fr-FR" sz="5100" b="1" dirty="0">
                <a:solidFill>
                  <a:srgbClr val="FFFFFF"/>
                </a:solidFill>
              </a:rPr>
            </a:br>
            <a:r>
              <a:rPr lang="fr-FR" sz="5100" b="1" dirty="0">
                <a:solidFill>
                  <a:srgbClr val="FFFFFF"/>
                </a:solidFill>
              </a:rPr>
              <a:t> Gradient Descent vs </a:t>
            </a:r>
            <a:br>
              <a:rPr lang="fr-FR" sz="5100" b="1" dirty="0">
                <a:solidFill>
                  <a:srgbClr val="FFFFFF"/>
                </a:solidFill>
              </a:rPr>
            </a:br>
            <a:r>
              <a:rPr lang="fr-FR" sz="5100" b="1" dirty="0">
                <a:solidFill>
                  <a:srgbClr val="FFFFFF"/>
                </a:solidFill>
              </a:rPr>
              <a:t>Normal Equation</a:t>
            </a:r>
            <a:endParaRPr lang="en-MY" sz="5100" b="1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52EF7-0A98-A4DD-905B-7C5BE5DAB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916" y="4533813"/>
            <a:ext cx="6930189" cy="938463"/>
          </a:xfrm>
        </p:spPr>
        <p:txBody>
          <a:bodyPr>
            <a:normAutofit/>
          </a:bodyPr>
          <a:lstStyle/>
          <a:p>
            <a:r>
              <a:rPr lang="en-MY" b="1">
                <a:solidFill>
                  <a:srgbClr val="FFFFFF"/>
                </a:solidFill>
              </a:rPr>
              <a:t>Dina Diana Tambunan</a:t>
            </a:r>
          </a:p>
        </p:txBody>
      </p:sp>
      <p:sp>
        <p:nvSpPr>
          <p:cNvPr id="49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07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79CD14-5FCE-3294-9ED0-592DACD9E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Latar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Belakang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Masalah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C01D4BB-B06F-8546-30EF-86CC38264C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92672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7742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D2BB9-65E0-6717-6B83-4C36686C1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Kompleksitas Algoritma (Teoritis)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0B7B4BAD-4762-6F41-B228-F4CC146B1C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412174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56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D23E4-E12C-5353-FE40-796CC9D9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Metodologi &amp; Dataset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7EB16B46-159D-EB6D-DB4D-BC494B4FE5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2970525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5587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84B29-FB03-D5CA-0001-0E732603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Hasil Eksperimen &amp; Analisis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FCA6BF13-BD1D-B0BF-C1FE-D3564332D4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450505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5300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E7CF9-E265-CCE1-6444-AA282D88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Kesimpulan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F8653DF-1999-7AD3-CFC6-1DDC6493B9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44551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7266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380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Komparasi Regresi Linier:  Gradient Descent vs  Normal Equation</vt:lpstr>
      <vt:lpstr>Latar Belakang &amp; Masalah</vt:lpstr>
      <vt:lpstr>Kompleksitas Algoritma (Teoritis)</vt:lpstr>
      <vt:lpstr>Metodologi &amp; Dataset</vt:lpstr>
      <vt:lpstr>Hasil Eksperimen &amp; Analisis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DINA DIANA TAMBUNAN</dc:creator>
  <cp:lastModifiedBy>DINA DIANA TAMBUNAN</cp:lastModifiedBy>
  <cp:revision>14</cp:revision>
  <dcterms:created xsi:type="dcterms:W3CDTF">2026-06-12T17:25:37Z</dcterms:created>
  <dcterms:modified xsi:type="dcterms:W3CDTF">2026-06-12T17:59:11Z</dcterms:modified>
</cp:coreProperties>
</file>