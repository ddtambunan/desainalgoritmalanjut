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sldIdLst>
    <p:sldId id="263" r:id="rId2"/>
    <p:sldId id="264" r:id="rId3"/>
    <p:sldId id="265" r:id="rId4"/>
    <p:sldId id="266" r:id="rId5"/>
    <p:sldId id="267" r:id="rId6"/>
    <p:sldId id="268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55" autoAdjust="0"/>
    <p:restoredTop sz="94660"/>
  </p:normalViewPr>
  <p:slideViewPr>
    <p:cSldViewPr snapToGrid="0">
      <p:cViewPr varScale="1">
        <p:scale>
          <a:sx n="62" d="100"/>
          <a:sy n="62" d="100"/>
        </p:scale>
        <p:origin x="936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svg"/><Relationship Id="rId1" Type="http://schemas.openxmlformats.org/officeDocument/2006/relationships/image" Target="../media/image1.svg"/><Relationship Id="rId5" Type="http://schemas.openxmlformats.org/officeDocument/2006/relationships/image" Target="../media/image5.svg"/><Relationship Id="rId4" Type="http://schemas.openxmlformats.org/officeDocument/2006/relationships/image" Target="../media/image4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svg"/><Relationship Id="rId1" Type="http://schemas.openxmlformats.org/officeDocument/2006/relationships/image" Target="../media/image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5">
  <dgm:title val=""/>
  <dgm:desc val=""/>
  <dgm:catLst>
    <dgm:cat type="colorful" pri="105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5"/>
      <a:schemeClr val="accent6"/>
    </dgm:fillClrLst>
    <dgm:linClrLst>
      <a:schemeClr val="accent5"/>
      <a:schemeClr val="accent6"/>
    </dgm:linClrLst>
    <dgm:effectClrLst/>
    <dgm:txLinClrLst/>
    <dgm:txFillClrLst/>
    <dgm:txEffectClrLst/>
  </dgm:styleLbl>
  <dgm:styleLbl name="lnNode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5">
        <a:tint val="50000"/>
      </a:schemeClr>
      <a:schemeClr val="accent6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5"/>
      <a:schemeClr val="accent6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6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1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6">
        <a:tint val="9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6">
        <a:tint val="70000"/>
      </a:schemeClr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5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5">
        <a:tint val="40000"/>
        <a:alpha val="90000"/>
      </a:schemeClr>
      <a:schemeClr val="accent6">
        <a:tint val="40000"/>
        <a:alpha val="90000"/>
      </a:schemeClr>
    </dgm:fillClrLst>
    <dgm:linClrLst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18/5/colors/Iconchunking_neutralicontext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bg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C870B48-507B-458A-8C80-08CFDCCA631F}" type="doc">
      <dgm:prSet loTypeId="urn:microsoft.com/office/officeart/2005/8/layout/vList2" loCatId="list" qsTypeId="urn:microsoft.com/office/officeart/2005/8/quickstyle/simple4" qsCatId="simple" csTypeId="urn:microsoft.com/office/officeart/2005/8/colors/colorful5" csCatId="colorful"/>
      <dgm:spPr/>
      <dgm:t>
        <a:bodyPr/>
        <a:lstStyle/>
        <a:p>
          <a:endParaRPr lang="en-US"/>
        </a:p>
      </dgm:t>
    </dgm:pt>
    <dgm:pt modelId="{0F8F6F88-00B2-4ABE-8B64-F375B9E7A3D4}">
      <dgm:prSet/>
      <dgm:spPr/>
      <dgm:t>
        <a:bodyPr/>
        <a:lstStyle/>
        <a:p>
          <a:r>
            <a:rPr lang="en-MY"/>
            <a:t>Dilema Trade-off: Solusi eksak matriks (Normal Equation) vs skalabilitas iteratif (Gradient Descent).</a:t>
          </a:r>
          <a:endParaRPr lang="en-US"/>
        </a:p>
      </dgm:t>
    </dgm:pt>
    <dgm:pt modelId="{73E61437-D2F7-45E2-BADF-3A94F03C3478}" type="parTrans" cxnId="{69943796-4B40-461B-AAE1-B3E27965FB7F}">
      <dgm:prSet/>
      <dgm:spPr/>
      <dgm:t>
        <a:bodyPr/>
        <a:lstStyle/>
        <a:p>
          <a:endParaRPr lang="en-US"/>
        </a:p>
      </dgm:t>
    </dgm:pt>
    <dgm:pt modelId="{A832AE6E-EB1B-4099-BF0F-1AAEC7C7617C}" type="sibTrans" cxnId="{69943796-4B40-461B-AAE1-B3E27965FB7F}">
      <dgm:prSet/>
      <dgm:spPr/>
      <dgm:t>
        <a:bodyPr/>
        <a:lstStyle/>
        <a:p>
          <a:endParaRPr lang="en-US"/>
        </a:p>
      </dgm:t>
    </dgm:pt>
    <dgm:pt modelId="{4300B8B2-FA58-4C2E-ACE4-C59B8A2F6336}">
      <dgm:prSet/>
      <dgm:spPr/>
      <dgm:t>
        <a:bodyPr/>
        <a:lstStyle/>
        <a:p>
          <a:r>
            <a:rPr lang="en-MY"/>
            <a:t>Gap Penelitian: Pengujian di Python mengaburkan konsumsi memori asli perangkat keras; diperlukan implementasi C++ from scratch.</a:t>
          </a:r>
          <a:endParaRPr lang="en-US"/>
        </a:p>
      </dgm:t>
    </dgm:pt>
    <dgm:pt modelId="{4A4A902D-484A-4A4E-94D7-2884759BFBF4}" type="parTrans" cxnId="{A1B7B46A-1D0A-4B96-9A2B-E27B7606B1EF}">
      <dgm:prSet/>
      <dgm:spPr/>
      <dgm:t>
        <a:bodyPr/>
        <a:lstStyle/>
        <a:p>
          <a:endParaRPr lang="en-US"/>
        </a:p>
      </dgm:t>
    </dgm:pt>
    <dgm:pt modelId="{E462BDE3-B142-4AF4-8828-1047ABE7BCDC}" type="sibTrans" cxnId="{A1B7B46A-1D0A-4B96-9A2B-E27B7606B1EF}">
      <dgm:prSet/>
      <dgm:spPr/>
      <dgm:t>
        <a:bodyPr/>
        <a:lstStyle/>
        <a:p>
          <a:endParaRPr lang="en-US"/>
        </a:p>
      </dgm:t>
    </dgm:pt>
    <dgm:pt modelId="{ED83162A-F95E-4713-ABE7-745E368DE450}">
      <dgm:prSet/>
      <dgm:spPr/>
      <dgm:t>
        <a:bodyPr/>
        <a:lstStyle/>
        <a:p>
          <a:r>
            <a:rPr lang="en-MY"/>
            <a:t>Tujuan: Menguji efisiensi memori/waktu, pengaruh early stopping, dan dampak multikolinearitas.</a:t>
          </a:r>
          <a:endParaRPr lang="en-US"/>
        </a:p>
      </dgm:t>
    </dgm:pt>
    <dgm:pt modelId="{F08DE496-08C5-4C42-8268-BEF9B7E11AE8}" type="parTrans" cxnId="{5D614663-E603-4719-8D3A-F9D428D775DD}">
      <dgm:prSet/>
      <dgm:spPr/>
      <dgm:t>
        <a:bodyPr/>
        <a:lstStyle/>
        <a:p>
          <a:endParaRPr lang="en-US"/>
        </a:p>
      </dgm:t>
    </dgm:pt>
    <dgm:pt modelId="{75BEC03A-39A0-42A9-A308-71E0C83C11D1}" type="sibTrans" cxnId="{5D614663-E603-4719-8D3A-F9D428D775DD}">
      <dgm:prSet/>
      <dgm:spPr/>
      <dgm:t>
        <a:bodyPr/>
        <a:lstStyle/>
        <a:p>
          <a:endParaRPr lang="en-US"/>
        </a:p>
      </dgm:t>
    </dgm:pt>
    <dgm:pt modelId="{FD2B77F2-5B65-467F-8A5E-9F94444D1BDE}" type="pres">
      <dgm:prSet presAssocID="{AC870B48-507B-458A-8C80-08CFDCCA631F}" presName="linear" presStyleCnt="0">
        <dgm:presLayoutVars>
          <dgm:animLvl val="lvl"/>
          <dgm:resizeHandles val="exact"/>
        </dgm:presLayoutVars>
      </dgm:prSet>
      <dgm:spPr/>
    </dgm:pt>
    <dgm:pt modelId="{6097716C-6079-41F4-A56F-26DECA8AF27F}" type="pres">
      <dgm:prSet presAssocID="{0F8F6F88-00B2-4ABE-8B64-F375B9E7A3D4}" presName="parentText" presStyleLbl="node1" presStyleIdx="0" presStyleCnt="3">
        <dgm:presLayoutVars>
          <dgm:chMax val="0"/>
          <dgm:bulletEnabled val="1"/>
        </dgm:presLayoutVars>
      </dgm:prSet>
      <dgm:spPr/>
    </dgm:pt>
    <dgm:pt modelId="{79767C66-06B4-4ACC-B053-AFCAA0D3BB43}" type="pres">
      <dgm:prSet presAssocID="{A832AE6E-EB1B-4099-BF0F-1AAEC7C7617C}" presName="spacer" presStyleCnt="0"/>
      <dgm:spPr/>
    </dgm:pt>
    <dgm:pt modelId="{7EE2F781-AB50-4E75-8E21-C0F78219196E}" type="pres">
      <dgm:prSet presAssocID="{4300B8B2-FA58-4C2E-ACE4-C59B8A2F6336}" presName="parentText" presStyleLbl="node1" presStyleIdx="1" presStyleCnt="3">
        <dgm:presLayoutVars>
          <dgm:chMax val="0"/>
          <dgm:bulletEnabled val="1"/>
        </dgm:presLayoutVars>
      </dgm:prSet>
      <dgm:spPr/>
    </dgm:pt>
    <dgm:pt modelId="{6A8514DF-9D03-4562-A861-C4BA21ED236E}" type="pres">
      <dgm:prSet presAssocID="{E462BDE3-B142-4AF4-8828-1047ABE7BCDC}" presName="spacer" presStyleCnt="0"/>
      <dgm:spPr/>
    </dgm:pt>
    <dgm:pt modelId="{371B4E9F-BFFB-485B-BF51-2292FD6BC875}" type="pres">
      <dgm:prSet presAssocID="{ED83162A-F95E-4713-ABE7-745E368DE450}" presName="parentText" presStyleLbl="node1" presStyleIdx="2" presStyleCnt="3">
        <dgm:presLayoutVars>
          <dgm:chMax val="0"/>
          <dgm:bulletEnabled val="1"/>
        </dgm:presLayoutVars>
      </dgm:prSet>
      <dgm:spPr/>
    </dgm:pt>
  </dgm:ptLst>
  <dgm:cxnLst>
    <dgm:cxn modelId="{CD1A4526-1B76-45CC-9DB3-C848864F8B65}" type="presOf" srcId="{0F8F6F88-00B2-4ABE-8B64-F375B9E7A3D4}" destId="{6097716C-6079-41F4-A56F-26DECA8AF27F}" srcOrd="0" destOrd="0" presId="urn:microsoft.com/office/officeart/2005/8/layout/vList2"/>
    <dgm:cxn modelId="{5D614663-E603-4719-8D3A-F9D428D775DD}" srcId="{AC870B48-507B-458A-8C80-08CFDCCA631F}" destId="{ED83162A-F95E-4713-ABE7-745E368DE450}" srcOrd="2" destOrd="0" parTransId="{F08DE496-08C5-4C42-8268-BEF9B7E11AE8}" sibTransId="{75BEC03A-39A0-42A9-A308-71E0C83C11D1}"/>
    <dgm:cxn modelId="{A1B7B46A-1D0A-4B96-9A2B-E27B7606B1EF}" srcId="{AC870B48-507B-458A-8C80-08CFDCCA631F}" destId="{4300B8B2-FA58-4C2E-ACE4-C59B8A2F6336}" srcOrd="1" destOrd="0" parTransId="{4A4A902D-484A-4A4E-94D7-2884759BFBF4}" sibTransId="{E462BDE3-B142-4AF4-8828-1047ABE7BCDC}"/>
    <dgm:cxn modelId="{DAB01D73-B725-440B-8D52-F05FFF4815C8}" type="presOf" srcId="{AC870B48-507B-458A-8C80-08CFDCCA631F}" destId="{FD2B77F2-5B65-467F-8A5E-9F94444D1BDE}" srcOrd="0" destOrd="0" presId="urn:microsoft.com/office/officeart/2005/8/layout/vList2"/>
    <dgm:cxn modelId="{69943796-4B40-461B-AAE1-B3E27965FB7F}" srcId="{AC870B48-507B-458A-8C80-08CFDCCA631F}" destId="{0F8F6F88-00B2-4ABE-8B64-F375B9E7A3D4}" srcOrd="0" destOrd="0" parTransId="{73E61437-D2F7-45E2-BADF-3A94F03C3478}" sibTransId="{A832AE6E-EB1B-4099-BF0F-1AAEC7C7617C}"/>
    <dgm:cxn modelId="{2F2D9FB1-2F8A-4CA5-862F-3F2EC6476E0A}" type="presOf" srcId="{ED83162A-F95E-4713-ABE7-745E368DE450}" destId="{371B4E9F-BFFB-485B-BF51-2292FD6BC875}" srcOrd="0" destOrd="0" presId="urn:microsoft.com/office/officeart/2005/8/layout/vList2"/>
    <dgm:cxn modelId="{150D92E6-8D53-4D8B-B50D-611CEC5A108D}" type="presOf" srcId="{4300B8B2-FA58-4C2E-ACE4-C59B8A2F6336}" destId="{7EE2F781-AB50-4E75-8E21-C0F78219196E}" srcOrd="0" destOrd="0" presId="urn:microsoft.com/office/officeart/2005/8/layout/vList2"/>
    <dgm:cxn modelId="{A15A9FEF-0F0B-49AA-8850-A5C0C7AC251A}" type="presParOf" srcId="{FD2B77F2-5B65-467F-8A5E-9F94444D1BDE}" destId="{6097716C-6079-41F4-A56F-26DECA8AF27F}" srcOrd="0" destOrd="0" presId="urn:microsoft.com/office/officeart/2005/8/layout/vList2"/>
    <dgm:cxn modelId="{FA764D1F-7186-4089-873A-41A28D51FB81}" type="presParOf" srcId="{FD2B77F2-5B65-467F-8A5E-9F94444D1BDE}" destId="{79767C66-06B4-4ACC-B053-AFCAA0D3BB43}" srcOrd="1" destOrd="0" presId="urn:microsoft.com/office/officeart/2005/8/layout/vList2"/>
    <dgm:cxn modelId="{EF89D051-94B8-4A92-B67C-00C4218C4ECD}" type="presParOf" srcId="{FD2B77F2-5B65-467F-8A5E-9F94444D1BDE}" destId="{7EE2F781-AB50-4E75-8E21-C0F78219196E}" srcOrd="2" destOrd="0" presId="urn:microsoft.com/office/officeart/2005/8/layout/vList2"/>
    <dgm:cxn modelId="{20649E65-5932-40A4-9B42-047649E2E97B}" type="presParOf" srcId="{FD2B77F2-5B65-467F-8A5E-9F94444D1BDE}" destId="{6A8514DF-9D03-4562-A861-C4BA21ED236E}" srcOrd="3" destOrd="0" presId="urn:microsoft.com/office/officeart/2005/8/layout/vList2"/>
    <dgm:cxn modelId="{4E71BA1C-2AA9-4B76-A35D-1ACA8A06A38F}" type="presParOf" srcId="{FD2B77F2-5B65-467F-8A5E-9F94444D1BDE}" destId="{371B4E9F-BFFB-485B-BF51-2292FD6BC875}" srcOrd="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13A5B25-DF67-4374-BE77-AFA973FB77D5}" type="doc">
      <dgm:prSet loTypeId="urn:microsoft.com/office/officeart/2005/8/layout/hList1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E4F7636B-390D-4268-9BD9-1C558C151B13}">
      <dgm:prSet/>
      <dgm:spPr/>
      <dgm:t>
        <a:bodyPr/>
        <a:lstStyle/>
        <a:p>
          <a:r>
            <a:rPr lang="en-MY" dirty="0"/>
            <a:t>Normal Equation: O(m.n^2 + n^3)</a:t>
          </a:r>
          <a:endParaRPr lang="en-US" dirty="0"/>
        </a:p>
      </dgm:t>
    </dgm:pt>
    <dgm:pt modelId="{61110FB0-4DDE-49B8-AF69-E86BE72CE4F0}" type="parTrans" cxnId="{495C3F2F-3810-433F-9FA5-995E5743B810}">
      <dgm:prSet/>
      <dgm:spPr/>
      <dgm:t>
        <a:bodyPr/>
        <a:lstStyle/>
        <a:p>
          <a:endParaRPr lang="en-US"/>
        </a:p>
      </dgm:t>
    </dgm:pt>
    <dgm:pt modelId="{C177A7F6-49EA-44D1-B3E2-8A2B922B74D3}" type="sibTrans" cxnId="{495C3F2F-3810-433F-9FA5-995E5743B810}">
      <dgm:prSet/>
      <dgm:spPr/>
      <dgm:t>
        <a:bodyPr/>
        <a:lstStyle/>
        <a:p>
          <a:endParaRPr lang="en-US"/>
        </a:p>
      </dgm:t>
    </dgm:pt>
    <dgm:pt modelId="{4B261703-1E71-47E1-9D8A-24C212AC2B02}">
      <dgm:prSet/>
      <dgm:spPr/>
      <dgm:t>
        <a:bodyPr/>
        <a:lstStyle/>
        <a:p>
          <a:r>
            <a:rPr lang="en-MY" dirty="0"/>
            <a:t>Vanilla GD: O(</a:t>
          </a:r>
          <a:r>
            <a:rPr lang="en-MY" dirty="0" err="1"/>
            <a:t>K.m.</a:t>
          </a:r>
          <a:r>
            <a:rPr lang="en-MY" err="1"/>
            <a:t>n</a:t>
          </a:r>
          <a:r>
            <a:rPr lang="en-MY"/>
            <a:t>)</a:t>
          </a:r>
          <a:endParaRPr lang="en-US" dirty="0"/>
        </a:p>
      </dgm:t>
    </dgm:pt>
    <dgm:pt modelId="{88CCB4E5-5F35-4AC6-BD4D-ABFA7B06B964}" type="parTrans" cxnId="{96A7FC96-5BE2-4920-82B4-7C6A651D6E63}">
      <dgm:prSet/>
      <dgm:spPr/>
      <dgm:t>
        <a:bodyPr/>
        <a:lstStyle/>
        <a:p>
          <a:endParaRPr lang="en-US"/>
        </a:p>
      </dgm:t>
    </dgm:pt>
    <dgm:pt modelId="{BC3C3702-17A5-41AC-AA71-7333B5BB790F}" type="sibTrans" cxnId="{96A7FC96-5BE2-4920-82B4-7C6A651D6E63}">
      <dgm:prSet/>
      <dgm:spPr/>
      <dgm:t>
        <a:bodyPr/>
        <a:lstStyle/>
        <a:p>
          <a:endParaRPr lang="en-US"/>
        </a:p>
      </dgm:t>
    </dgm:pt>
    <dgm:pt modelId="{3DF71441-1154-49E5-BC4F-8E2542A8B4BC}">
      <dgm:prSet/>
      <dgm:spPr/>
      <dgm:t>
        <a:bodyPr/>
        <a:lstStyle/>
        <a:p>
          <a:r>
            <a:rPr lang="en-MY" dirty="0"/>
            <a:t>Tuned GD: O(</a:t>
          </a:r>
          <a:r>
            <a:rPr lang="en-MY" dirty="0" err="1"/>
            <a:t>L.I.K_max.m.</a:t>
          </a:r>
          <a:r>
            <a:rPr lang="en-MY" err="1"/>
            <a:t>n</a:t>
          </a:r>
          <a:r>
            <a:rPr lang="en-MY"/>
            <a:t>)</a:t>
          </a:r>
          <a:endParaRPr lang="en-US" dirty="0"/>
        </a:p>
      </dgm:t>
    </dgm:pt>
    <dgm:pt modelId="{490953A7-5F5C-4B6D-80D8-1E661C660D23}" type="parTrans" cxnId="{21B95D13-D541-4EA5-A965-14C9F16FF531}">
      <dgm:prSet/>
      <dgm:spPr/>
      <dgm:t>
        <a:bodyPr/>
        <a:lstStyle/>
        <a:p>
          <a:endParaRPr lang="en-US"/>
        </a:p>
      </dgm:t>
    </dgm:pt>
    <dgm:pt modelId="{C44B466C-CE10-4540-BDA5-374AC58C1ECA}" type="sibTrans" cxnId="{21B95D13-D541-4EA5-A965-14C9F16FF531}">
      <dgm:prSet/>
      <dgm:spPr/>
      <dgm:t>
        <a:bodyPr/>
        <a:lstStyle/>
        <a:p>
          <a:endParaRPr lang="en-US"/>
        </a:p>
      </dgm:t>
    </dgm:pt>
    <dgm:pt modelId="{7E54C3E0-CF33-4C95-B562-1317CC6D852A}">
      <dgm:prSet/>
      <dgm:spPr/>
      <dgm:t>
        <a:bodyPr/>
        <a:lstStyle/>
        <a:p>
          <a:r>
            <a:rPr lang="en-MY" dirty="0" err="1"/>
            <a:t>Cepat</a:t>
          </a:r>
          <a:r>
            <a:rPr lang="en-MY" dirty="0"/>
            <a:t> </a:t>
          </a:r>
          <a:r>
            <a:rPr lang="en-MY" dirty="0" err="1"/>
            <a:t>untuk</a:t>
          </a:r>
          <a:r>
            <a:rPr lang="en-MY" dirty="0"/>
            <a:t> </a:t>
          </a:r>
          <a:r>
            <a:rPr lang="en-MY" dirty="0" err="1"/>
            <a:t>fitur</a:t>
          </a:r>
          <a:r>
            <a:rPr lang="en-MY" dirty="0"/>
            <a:t> </a:t>
          </a:r>
          <a:r>
            <a:rPr lang="en-MY" dirty="0" err="1"/>
            <a:t>sedikit</a:t>
          </a:r>
          <a:r>
            <a:rPr lang="en-MY" dirty="0"/>
            <a:t>, </a:t>
          </a:r>
          <a:r>
            <a:rPr lang="en-MY" dirty="0" err="1"/>
            <a:t>namun</a:t>
          </a:r>
          <a:r>
            <a:rPr lang="en-MY" dirty="0"/>
            <a:t> </a:t>
          </a:r>
          <a:r>
            <a:rPr lang="en-MY" dirty="0" err="1"/>
            <a:t>gagal</a:t>
          </a:r>
          <a:r>
            <a:rPr lang="en-MY" dirty="0"/>
            <a:t> </a:t>
          </a:r>
          <a:r>
            <a:rPr lang="en-MY" dirty="0" err="1"/>
            <a:t>jika</a:t>
          </a:r>
          <a:r>
            <a:rPr lang="en-MY" dirty="0"/>
            <a:t> </a:t>
          </a:r>
          <a:r>
            <a:rPr lang="en-MY" dirty="0" err="1"/>
            <a:t>matriks</a:t>
          </a:r>
          <a:r>
            <a:rPr lang="en-MY" dirty="0"/>
            <a:t> singular (</a:t>
          </a:r>
          <a:r>
            <a:rPr lang="en-MY" dirty="0" err="1"/>
            <a:t>determinan</a:t>
          </a:r>
          <a:r>
            <a:rPr lang="en-MY" dirty="0"/>
            <a:t> </a:t>
          </a:r>
          <a:r>
            <a:rPr lang="en-MY" dirty="0" err="1"/>
            <a:t>nol</a:t>
          </a:r>
          <a:r>
            <a:rPr lang="en-MY" dirty="0"/>
            <a:t>).</a:t>
          </a:r>
          <a:endParaRPr lang="en-US" dirty="0"/>
        </a:p>
      </dgm:t>
    </dgm:pt>
    <dgm:pt modelId="{CA4F876E-5872-4DA2-A187-E8CBB023D1FE}" type="parTrans" cxnId="{3AEC3FED-3F34-4CF9-B4E2-C0CDE93D89A1}">
      <dgm:prSet/>
      <dgm:spPr/>
      <dgm:t>
        <a:bodyPr/>
        <a:lstStyle/>
        <a:p>
          <a:endParaRPr lang="en-MY"/>
        </a:p>
      </dgm:t>
    </dgm:pt>
    <dgm:pt modelId="{43A25027-528B-4EEB-BAD2-8EAD21D9E172}" type="sibTrans" cxnId="{3AEC3FED-3F34-4CF9-B4E2-C0CDE93D89A1}">
      <dgm:prSet/>
      <dgm:spPr/>
      <dgm:t>
        <a:bodyPr/>
        <a:lstStyle/>
        <a:p>
          <a:endParaRPr lang="en-MY"/>
        </a:p>
      </dgm:t>
    </dgm:pt>
    <dgm:pt modelId="{89394381-302D-4D81-85A4-A22CF3D85674}">
      <dgm:prSet/>
      <dgm:spPr/>
      <dgm:t>
        <a:bodyPr/>
        <a:lstStyle/>
        <a:p>
          <a:r>
            <a:rPr lang="en-MY" dirty="0" err="1"/>
            <a:t>Skalabel</a:t>
          </a:r>
          <a:r>
            <a:rPr lang="en-MY" dirty="0"/>
            <a:t> </a:t>
          </a:r>
          <a:r>
            <a:rPr lang="en-MY" dirty="0" err="1"/>
            <a:t>untuk</a:t>
          </a:r>
          <a:r>
            <a:rPr lang="en-MY" dirty="0"/>
            <a:t> data </a:t>
          </a:r>
          <a:r>
            <a:rPr lang="en-MY" dirty="0" err="1"/>
            <a:t>besar</a:t>
          </a:r>
          <a:r>
            <a:rPr lang="en-MY" dirty="0"/>
            <a:t>, </a:t>
          </a:r>
          <a:r>
            <a:rPr lang="en-MY" dirty="0" err="1"/>
            <a:t>tetapi</a:t>
          </a:r>
          <a:r>
            <a:rPr lang="en-MY" dirty="0"/>
            <a:t> sangat </a:t>
          </a:r>
          <a:r>
            <a:rPr lang="en-MY" dirty="0" err="1"/>
            <a:t>sensitif</a:t>
          </a:r>
          <a:r>
            <a:rPr lang="en-MY" dirty="0"/>
            <a:t> </a:t>
          </a:r>
          <a:r>
            <a:rPr lang="en-MY" dirty="0" err="1"/>
            <a:t>terhadap</a:t>
          </a:r>
          <a:r>
            <a:rPr lang="en-MY" dirty="0"/>
            <a:t> </a:t>
          </a:r>
          <a:r>
            <a:rPr lang="en-MY" dirty="0" err="1"/>
            <a:t>pilihan</a:t>
          </a:r>
          <a:r>
            <a:rPr lang="en-MY" dirty="0"/>
            <a:t> learning rate.</a:t>
          </a:r>
          <a:endParaRPr lang="en-US" dirty="0"/>
        </a:p>
      </dgm:t>
    </dgm:pt>
    <dgm:pt modelId="{F64A8033-A2F0-4A53-BB08-6E87251EA00A}" type="parTrans" cxnId="{39072859-CF15-4FCD-BE6D-B6E9FB084F68}">
      <dgm:prSet/>
      <dgm:spPr/>
      <dgm:t>
        <a:bodyPr/>
        <a:lstStyle/>
        <a:p>
          <a:endParaRPr lang="en-MY"/>
        </a:p>
      </dgm:t>
    </dgm:pt>
    <dgm:pt modelId="{DCFEED43-2D02-44DC-B27D-E84A271D6945}" type="sibTrans" cxnId="{39072859-CF15-4FCD-BE6D-B6E9FB084F68}">
      <dgm:prSet/>
      <dgm:spPr/>
      <dgm:t>
        <a:bodyPr/>
        <a:lstStyle/>
        <a:p>
          <a:endParaRPr lang="en-MY"/>
        </a:p>
      </dgm:t>
    </dgm:pt>
    <dgm:pt modelId="{DD06A78C-0A23-4379-938F-66C011E4AD82}">
      <dgm:prSet/>
      <dgm:spPr/>
      <dgm:t>
        <a:bodyPr/>
        <a:lstStyle/>
        <a:p>
          <a:r>
            <a:rPr lang="en-MY"/>
            <a:t>Beban komputasi tinggi di awal (Grid Search) demi stabilitas akurasi optimal.</a:t>
          </a:r>
          <a:endParaRPr lang="en-US" dirty="0"/>
        </a:p>
      </dgm:t>
    </dgm:pt>
    <dgm:pt modelId="{C01822F8-CC59-419D-93EC-D5EA8FDD47C4}" type="parTrans" cxnId="{115AF363-4B7E-4BED-84FB-A5CEC51EAF46}">
      <dgm:prSet/>
      <dgm:spPr/>
      <dgm:t>
        <a:bodyPr/>
        <a:lstStyle/>
        <a:p>
          <a:endParaRPr lang="en-MY"/>
        </a:p>
      </dgm:t>
    </dgm:pt>
    <dgm:pt modelId="{4C007B12-4D95-4181-995F-0F6ECD9B2E80}" type="sibTrans" cxnId="{115AF363-4B7E-4BED-84FB-A5CEC51EAF46}">
      <dgm:prSet/>
      <dgm:spPr/>
      <dgm:t>
        <a:bodyPr/>
        <a:lstStyle/>
        <a:p>
          <a:endParaRPr lang="en-MY"/>
        </a:p>
      </dgm:t>
    </dgm:pt>
    <dgm:pt modelId="{5CB5D7EB-A5BE-42F8-9568-E1552FAE5C94}" type="pres">
      <dgm:prSet presAssocID="{313A5B25-DF67-4374-BE77-AFA973FB77D5}" presName="Name0" presStyleCnt="0">
        <dgm:presLayoutVars>
          <dgm:dir/>
          <dgm:animLvl val="lvl"/>
          <dgm:resizeHandles val="exact"/>
        </dgm:presLayoutVars>
      </dgm:prSet>
      <dgm:spPr/>
    </dgm:pt>
    <dgm:pt modelId="{BFB90D09-491E-4DE4-885D-EDBC8EEC0F84}" type="pres">
      <dgm:prSet presAssocID="{E4F7636B-390D-4268-9BD9-1C558C151B13}" presName="composite" presStyleCnt="0"/>
      <dgm:spPr/>
    </dgm:pt>
    <dgm:pt modelId="{05BC1779-E82D-4105-892A-8F5A23C86F88}" type="pres">
      <dgm:prSet presAssocID="{E4F7636B-390D-4268-9BD9-1C558C151B13}" presName="parTx" presStyleLbl="alignNode1" presStyleIdx="0" presStyleCnt="3">
        <dgm:presLayoutVars>
          <dgm:chMax val="0"/>
          <dgm:chPref val="0"/>
          <dgm:bulletEnabled val="1"/>
        </dgm:presLayoutVars>
      </dgm:prSet>
      <dgm:spPr/>
    </dgm:pt>
    <dgm:pt modelId="{27FD2684-E4FB-4550-B929-08592A3EA03C}" type="pres">
      <dgm:prSet presAssocID="{E4F7636B-390D-4268-9BD9-1C558C151B13}" presName="desTx" presStyleLbl="alignAccFollowNode1" presStyleIdx="0" presStyleCnt="3">
        <dgm:presLayoutVars>
          <dgm:bulletEnabled val="1"/>
        </dgm:presLayoutVars>
      </dgm:prSet>
      <dgm:spPr/>
    </dgm:pt>
    <dgm:pt modelId="{02C5DD95-AB24-4DE5-81CC-00CFF1E2E915}" type="pres">
      <dgm:prSet presAssocID="{C177A7F6-49EA-44D1-B3E2-8A2B922B74D3}" presName="space" presStyleCnt="0"/>
      <dgm:spPr/>
    </dgm:pt>
    <dgm:pt modelId="{A7288703-4C4D-4068-8C04-7A345B615EEC}" type="pres">
      <dgm:prSet presAssocID="{4B261703-1E71-47E1-9D8A-24C212AC2B02}" presName="composite" presStyleCnt="0"/>
      <dgm:spPr/>
    </dgm:pt>
    <dgm:pt modelId="{B392A608-A230-4DDE-B581-8A7666609142}" type="pres">
      <dgm:prSet presAssocID="{4B261703-1E71-47E1-9D8A-24C212AC2B02}" presName="parTx" presStyleLbl="alignNode1" presStyleIdx="1" presStyleCnt="3">
        <dgm:presLayoutVars>
          <dgm:chMax val="0"/>
          <dgm:chPref val="0"/>
          <dgm:bulletEnabled val="1"/>
        </dgm:presLayoutVars>
      </dgm:prSet>
      <dgm:spPr/>
    </dgm:pt>
    <dgm:pt modelId="{5C39A55F-B3D3-4C3C-9221-207885947B43}" type="pres">
      <dgm:prSet presAssocID="{4B261703-1E71-47E1-9D8A-24C212AC2B02}" presName="desTx" presStyleLbl="alignAccFollowNode1" presStyleIdx="1" presStyleCnt="3">
        <dgm:presLayoutVars>
          <dgm:bulletEnabled val="1"/>
        </dgm:presLayoutVars>
      </dgm:prSet>
      <dgm:spPr/>
    </dgm:pt>
    <dgm:pt modelId="{CA7EAD3C-5705-4868-A87A-1EF3F6628C5D}" type="pres">
      <dgm:prSet presAssocID="{BC3C3702-17A5-41AC-AA71-7333B5BB790F}" presName="space" presStyleCnt="0"/>
      <dgm:spPr/>
    </dgm:pt>
    <dgm:pt modelId="{CD1142C6-D998-40FD-B310-ADE914BE1D7D}" type="pres">
      <dgm:prSet presAssocID="{3DF71441-1154-49E5-BC4F-8E2542A8B4BC}" presName="composite" presStyleCnt="0"/>
      <dgm:spPr/>
    </dgm:pt>
    <dgm:pt modelId="{F9BF31EC-9000-4221-A960-E08209BE8117}" type="pres">
      <dgm:prSet presAssocID="{3DF71441-1154-49E5-BC4F-8E2542A8B4BC}" presName="parTx" presStyleLbl="alignNode1" presStyleIdx="2" presStyleCnt="3">
        <dgm:presLayoutVars>
          <dgm:chMax val="0"/>
          <dgm:chPref val="0"/>
          <dgm:bulletEnabled val="1"/>
        </dgm:presLayoutVars>
      </dgm:prSet>
      <dgm:spPr/>
    </dgm:pt>
    <dgm:pt modelId="{5E6980CC-2313-4779-AD35-8F46C27ECFC2}" type="pres">
      <dgm:prSet presAssocID="{3DF71441-1154-49E5-BC4F-8E2542A8B4BC}" presName="desTx" presStyleLbl="alignAccFollowNode1" presStyleIdx="2" presStyleCnt="3">
        <dgm:presLayoutVars>
          <dgm:bulletEnabled val="1"/>
        </dgm:presLayoutVars>
      </dgm:prSet>
      <dgm:spPr/>
    </dgm:pt>
  </dgm:ptLst>
  <dgm:cxnLst>
    <dgm:cxn modelId="{340C9E10-9F9F-4167-8FCF-A00454F3DFD2}" type="presOf" srcId="{DD06A78C-0A23-4379-938F-66C011E4AD82}" destId="{5E6980CC-2313-4779-AD35-8F46C27ECFC2}" srcOrd="0" destOrd="0" presId="urn:microsoft.com/office/officeart/2005/8/layout/hList1"/>
    <dgm:cxn modelId="{21B95D13-D541-4EA5-A965-14C9F16FF531}" srcId="{313A5B25-DF67-4374-BE77-AFA973FB77D5}" destId="{3DF71441-1154-49E5-BC4F-8E2542A8B4BC}" srcOrd="2" destOrd="0" parTransId="{490953A7-5F5C-4B6D-80D8-1E661C660D23}" sibTransId="{C44B466C-CE10-4540-BDA5-374AC58C1ECA}"/>
    <dgm:cxn modelId="{5AEF8E23-ABA1-4594-8DC0-4700E22E7440}" type="presOf" srcId="{89394381-302D-4D81-85A4-A22CF3D85674}" destId="{5C39A55F-B3D3-4C3C-9221-207885947B43}" srcOrd="0" destOrd="0" presId="urn:microsoft.com/office/officeart/2005/8/layout/hList1"/>
    <dgm:cxn modelId="{495C3F2F-3810-433F-9FA5-995E5743B810}" srcId="{313A5B25-DF67-4374-BE77-AFA973FB77D5}" destId="{E4F7636B-390D-4268-9BD9-1C558C151B13}" srcOrd="0" destOrd="0" parTransId="{61110FB0-4DDE-49B8-AF69-E86BE72CE4F0}" sibTransId="{C177A7F6-49EA-44D1-B3E2-8A2B922B74D3}"/>
    <dgm:cxn modelId="{744AF243-419E-42AF-BC81-3A76AC80D3FA}" type="presOf" srcId="{7E54C3E0-CF33-4C95-B562-1317CC6D852A}" destId="{27FD2684-E4FB-4550-B929-08592A3EA03C}" srcOrd="0" destOrd="0" presId="urn:microsoft.com/office/officeart/2005/8/layout/hList1"/>
    <dgm:cxn modelId="{115AF363-4B7E-4BED-84FB-A5CEC51EAF46}" srcId="{3DF71441-1154-49E5-BC4F-8E2542A8B4BC}" destId="{DD06A78C-0A23-4379-938F-66C011E4AD82}" srcOrd="0" destOrd="0" parTransId="{C01822F8-CC59-419D-93EC-D5EA8FDD47C4}" sibTransId="{4C007B12-4D95-4181-995F-0F6ECD9B2E80}"/>
    <dgm:cxn modelId="{6B3F6F54-BEAD-439A-BE16-172F0315D3D9}" type="presOf" srcId="{4B261703-1E71-47E1-9D8A-24C212AC2B02}" destId="{B392A608-A230-4DDE-B581-8A7666609142}" srcOrd="0" destOrd="0" presId="urn:microsoft.com/office/officeart/2005/8/layout/hList1"/>
    <dgm:cxn modelId="{39072859-CF15-4FCD-BE6D-B6E9FB084F68}" srcId="{4B261703-1E71-47E1-9D8A-24C212AC2B02}" destId="{89394381-302D-4D81-85A4-A22CF3D85674}" srcOrd="0" destOrd="0" parTransId="{F64A8033-A2F0-4A53-BB08-6E87251EA00A}" sibTransId="{DCFEED43-2D02-44DC-B27D-E84A271D6945}"/>
    <dgm:cxn modelId="{411F5384-6352-49E0-B464-997EA5502E79}" type="presOf" srcId="{3DF71441-1154-49E5-BC4F-8E2542A8B4BC}" destId="{F9BF31EC-9000-4221-A960-E08209BE8117}" srcOrd="0" destOrd="0" presId="urn:microsoft.com/office/officeart/2005/8/layout/hList1"/>
    <dgm:cxn modelId="{96A7FC96-5BE2-4920-82B4-7C6A651D6E63}" srcId="{313A5B25-DF67-4374-BE77-AFA973FB77D5}" destId="{4B261703-1E71-47E1-9D8A-24C212AC2B02}" srcOrd="1" destOrd="0" parTransId="{88CCB4E5-5F35-4AC6-BD4D-ABFA7B06B964}" sibTransId="{BC3C3702-17A5-41AC-AA71-7333B5BB790F}"/>
    <dgm:cxn modelId="{3AEC3FED-3F34-4CF9-B4E2-C0CDE93D89A1}" srcId="{E4F7636B-390D-4268-9BD9-1C558C151B13}" destId="{7E54C3E0-CF33-4C95-B562-1317CC6D852A}" srcOrd="0" destOrd="0" parTransId="{CA4F876E-5872-4DA2-A187-E8CBB023D1FE}" sibTransId="{43A25027-528B-4EEB-BAD2-8EAD21D9E172}"/>
    <dgm:cxn modelId="{3BE11EF5-8D09-4730-9320-BD5B5843883D}" type="presOf" srcId="{313A5B25-DF67-4374-BE77-AFA973FB77D5}" destId="{5CB5D7EB-A5BE-42F8-9568-E1552FAE5C94}" srcOrd="0" destOrd="0" presId="urn:microsoft.com/office/officeart/2005/8/layout/hList1"/>
    <dgm:cxn modelId="{97F848F5-8884-4CDB-8F85-9C941631AF53}" type="presOf" srcId="{E4F7636B-390D-4268-9BD9-1C558C151B13}" destId="{05BC1779-E82D-4105-892A-8F5A23C86F88}" srcOrd="0" destOrd="0" presId="urn:microsoft.com/office/officeart/2005/8/layout/hList1"/>
    <dgm:cxn modelId="{D8B03E33-5DF5-4D13-97CC-7278FBC7707C}" type="presParOf" srcId="{5CB5D7EB-A5BE-42F8-9568-E1552FAE5C94}" destId="{BFB90D09-491E-4DE4-885D-EDBC8EEC0F84}" srcOrd="0" destOrd="0" presId="urn:microsoft.com/office/officeart/2005/8/layout/hList1"/>
    <dgm:cxn modelId="{A836C655-8BB2-41EA-BCC7-F376BC294E2C}" type="presParOf" srcId="{BFB90D09-491E-4DE4-885D-EDBC8EEC0F84}" destId="{05BC1779-E82D-4105-892A-8F5A23C86F88}" srcOrd="0" destOrd="0" presId="urn:microsoft.com/office/officeart/2005/8/layout/hList1"/>
    <dgm:cxn modelId="{ED606EB8-C2E3-4AC0-9F11-DE23EB145119}" type="presParOf" srcId="{BFB90D09-491E-4DE4-885D-EDBC8EEC0F84}" destId="{27FD2684-E4FB-4550-B929-08592A3EA03C}" srcOrd="1" destOrd="0" presId="urn:microsoft.com/office/officeart/2005/8/layout/hList1"/>
    <dgm:cxn modelId="{351D2284-C547-4190-9B78-84A58263E5FF}" type="presParOf" srcId="{5CB5D7EB-A5BE-42F8-9568-E1552FAE5C94}" destId="{02C5DD95-AB24-4DE5-81CC-00CFF1E2E915}" srcOrd="1" destOrd="0" presId="urn:microsoft.com/office/officeart/2005/8/layout/hList1"/>
    <dgm:cxn modelId="{DA7A7A25-71DF-40A0-BEB5-1B2B3D1D9B50}" type="presParOf" srcId="{5CB5D7EB-A5BE-42F8-9568-E1552FAE5C94}" destId="{A7288703-4C4D-4068-8C04-7A345B615EEC}" srcOrd="2" destOrd="0" presId="urn:microsoft.com/office/officeart/2005/8/layout/hList1"/>
    <dgm:cxn modelId="{5CA68025-5258-4646-AC94-4B346ACC5E43}" type="presParOf" srcId="{A7288703-4C4D-4068-8C04-7A345B615EEC}" destId="{B392A608-A230-4DDE-B581-8A7666609142}" srcOrd="0" destOrd="0" presId="urn:microsoft.com/office/officeart/2005/8/layout/hList1"/>
    <dgm:cxn modelId="{7F638058-908B-4870-AE7E-A04887C92C1F}" type="presParOf" srcId="{A7288703-4C4D-4068-8C04-7A345B615EEC}" destId="{5C39A55F-B3D3-4C3C-9221-207885947B43}" srcOrd="1" destOrd="0" presId="urn:microsoft.com/office/officeart/2005/8/layout/hList1"/>
    <dgm:cxn modelId="{9045E5A9-D4C0-46F4-85EA-659208F1C24A}" type="presParOf" srcId="{5CB5D7EB-A5BE-42F8-9568-E1552FAE5C94}" destId="{CA7EAD3C-5705-4868-A87A-1EF3F6628C5D}" srcOrd="3" destOrd="0" presId="urn:microsoft.com/office/officeart/2005/8/layout/hList1"/>
    <dgm:cxn modelId="{CC29297A-AFE9-4A71-9FCB-FAB039B84CC1}" type="presParOf" srcId="{5CB5D7EB-A5BE-42F8-9568-E1552FAE5C94}" destId="{CD1142C6-D998-40FD-B310-ADE914BE1D7D}" srcOrd="4" destOrd="0" presId="urn:microsoft.com/office/officeart/2005/8/layout/hList1"/>
    <dgm:cxn modelId="{9E685192-3432-4851-A39A-312DE154551F}" type="presParOf" srcId="{CD1142C6-D998-40FD-B310-ADE914BE1D7D}" destId="{F9BF31EC-9000-4221-A960-E08209BE8117}" srcOrd="0" destOrd="0" presId="urn:microsoft.com/office/officeart/2005/8/layout/hList1"/>
    <dgm:cxn modelId="{941D3EC5-908F-4E63-9786-5B361EDEA23B}" type="presParOf" srcId="{CD1142C6-D998-40FD-B310-ADE914BE1D7D}" destId="{5E6980CC-2313-4779-AD35-8F46C27ECFC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FE08559D-8337-4A6E-AAAC-2678E01F98F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85AA5D8F-5F69-462A-93FB-F1BA44709F0A}">
      <dgm:prSet/>
      <dgm:spPr/>
      <dgm:t>
        <a:bodyPr/>
        <a:lstStyle/>
        <a:p>
          <a:pPr>
            <a:lnSpc>
              <a:spcPct val="100000"/>
            </a:lnSpc>
          </a:pPr>
          <a:r>
            <a:rPr lang="en-MY"/>
            <a:t>Arsitektur C++ OOP: Pemisahan ketat antara preprocessing, model, dan evaluasi.</a:t>
          </a:r>
          <a:endParaRPr lang="en-US"/>
        </a:p>
      </dgm:t>
    </dgm:pt>
    <dgm:pt modelId="{EE086127-5C67-435D-81F6-DF6C77BEA56C}" type="parTrans" cxnId="{6FACEAAC-0D2E-46C4-A39E-FE9F30604E5C}">
      <dgm:prSet/>
      <dgm:spPr/>
      <dgm:t>
        <a:bodyPr/>
        <a:lstStyle/>
        <a:p>
          <a:endParaRPr lang="en-US"/>
        </a:p>
      </dgm:t>
    </dgm:pt>
    <dgm:pt modelId="{DD59AA08-1673-40DE-9857-B7EE3831CECB}" type="sibTrans" cxnId="{6FACEAAC-0D2E-46C4-A39E-FE9F30604E5C}">
      <dgm:prSet/>
      <dgm:spPr/>
      <dgm:t>
        <a:bodyPr/>
        <a:lstStyle/>
        <a:p>
          <a:endParaRPr lang="en-US"/>
        </a:p>
      </dgm:t>
    </dgm:pt>
    <dgm:pt modelId="{7C671053-6896-44CD-8ECC-3C1C4A176612}">
      <dgm:prSet/>
      <dgm:spPr/>
      <dgm:t>
        <a:bodyPr/>
        <a:lstStyle/>
        <a:p>
          <a:pPr>
            <a:lnSpc>
              <a:spcPct val="100000"/>
            </a:lnSpc>
          </a:pPr>
          <a:r>
            <a:rPr lang="en-MY"/>
            <a:t>Metrik Uji: Waktu (&lt;chrono&gt;), Memori RAM (Windows API), dan Akurasi (MSE, RMSE, MAE, R^2).</a:t>
          </a:r>
          <a:endParaRPr lang="en-US"/>
        </a:p>
      </dgm:t>
    </dgm:pt>
    <dgm:pt modelId="{163DFBB6-A2E6-4059-BD49-7D276384C03E}" type="parTrans" cxnId="{3588733B-534C-44F8-888A-DA6AA863EA52}">
      <dgm:prSet/>
      <dgm:spPr/>
      <dgm:t>
        <a:bodyPr/>
        <a:lstStyle/>
        <a:p>
          <a:endParaRPr lang="en-US"/>
        </a:p>
      </dgm:t>
    </dgm:pt>
    <dgm:pt modelId="{23FF1445-31D7-4FBC-BD8B-073975C18640}" type="sibTrans" cxnId="{3588733B-534C-44F8-888A-DA6AA863EA52}">
      <dgm:prSet/>
      <dgm:spPr/>
      <dgm:t>
        <a:bodyPr/>
        <a:lstStyle/>
        <a:p>
          <a:endParaRPr lang="en-US"/>
        </a:p>
      </dgm:t>
    </dgm:pt>
    <dgm:pt modelId="{A5DB03D4-97DE-4F32-9567-324BCA32CCA6}">
      <dgm:prSet/>
      <dgm:spPr/>
      <dgm:t>
        <a:bodyPr/>
        <a:lstStyle/>
        <a:p>
          <a:pPr>
            <a:lnSpc>
              <a:spcPct val="100000"/>
            </a:lnSpc>
          </a:pPr>
          <a:r>
            <a:rPr lang="en-MY"/>
            <a:t>Karakteristik Data:</a:t>
          </a:r>
          <a:endParaRPr lang="en-US"/>
        </a:p>
      </dgm:t>
    </dgm:pt>
    <dgm:pt modelId="{ADCD82C1-CF26-400D-A922-9A4E77991951}" type="parTrans" cxnId="{6C405EA0-1C11-4496-BD96-63F8F3378C5C}">
      <dgm:prSet/>
      <dgm:spPr/>
      <dgm:t>
        <a:bodyPr/>
        <a:lstStyle/>
        <a:p>
          <a:endParaRPr lang="en-US"/>
        </a:p>
      </dgm:t>
    </dgm:pt>
    <dgm:pt modelId="{8B22E685-A321-4580-99FE-844C16037379}" type="sibTrans" cxnId="{6C405EA0-1C11-4496-BD96-63F8F3378C5C}">
      <dgm:prSet/>
      <dgm:spPr/>
      <dgm:t>
        <a:bodyPr/>
        <a:lstStyle/>
        <a:p>
          <a:endParaRPr lang="en-US"/>
        </a:p>
      </dgm:t>
    </dgm:pt>
    <dgm:pt modelId="{7D025CEB-B2F2-4719-BED6-83576B354EDB}">
      <dgm:prSet/>
      <dgm:spPr/>
      <dgm:t>
        <a:bodyPr/>
        <a:lstStyle/>
        <a:p>
          <a:pPr>
            <a:lnSpc>
              <a:spcPct val="100000"/>
            </a:lnSpc>
          </a:pPr>
          <a:r>
            <a:rPr lang="en-MY"/>
            <a:t>- Dataset 1 (Energy): 48.024 baris, 7 fitur (Sampel tinggi, dimensi rendah).</a:t>
          </a:r>
          <a:endParaRPr lang="en-US"/>
        </a:p>
      </dgm:t>
    </dgm:pt>
    <dgm:pt modelId="{1021CA22-FBDF-4C0E-BF02-15B71C6624FA}" type="parTrans" cxnId="{9375F8A2-E8E5-4302-B9B3-BA9D56380BB9}">
      <dgm:prSet/>
      <dgm:spPr/>
      <dgm:t>
        <a:bodyPr/>
        <a:lstStyle/>
        <a:p>
          <a:endParaRPr lang="en-US"/>
        </a:p>
      </dgm:t>
    </dgm:pt>
    <dgm:pt modelId="{70D8D649-C85F-44B8-B80C-F5C6BF6569FF}" type="sibTrans" cxnId="{9375F8A2-E8E5-4302-B9B3-BA9D56380BB9}">
      <dgm:prSet/>
      <dgm:spPr/>
      <dgm:t>
        <a:bodyPr/>
        <a:lstStyle/>
        <a:p>
          <a:endParaRPr lang="en-US"/>
        </a:p>
      </dgm:t>
    </dgm:pt>
    <dgm:pt modelId="{CEE68528-AF2B-4779-AC55-60395E7395BB}">
      <dgm:prSet/>
      <dgm:spPr/>
      <dgm:t>
        <a:bodyPr/>
        <a:lstStyle/>
        <a:p>
          <a:pPr>
            <a:lnSpc>
              <a:spcPct val="100000"/>
            </a:lnSpc>
          </a:pPr>
          <a:r>
            <a:rPr lang="en-MY"/>
            <a:t>- Dataset 2 (Komoditas): 781 baris, 43 kolom (Multikolinearitas tinggi).</a:t>
          </a:r>
          <a:endParaRPr lang="en-US"/>
        </a:p>
      </dgm:t>
    </dgm:pt>
    <dgm:pt modelId="{F5B4735F-0CBC-4469-8BB2-2E12E4719F14}" type="parTrans" cxnId="{435A2575-D665-4AD8-A60D-33AF4659B310}">
      <dgm:prSet/>
      <dgm:spPr/>
      <dgm:t>
        <a:bodyPr/>
        <a:lstStyle/>
        <a:p>
          <a:endParaRPr lang="en-US"/>
        </a:p>
      </dgm:t>
    </dgm:pt>
    <dgm:pt modelId="{F3258BB6-D4A7-46ED-A2B6-41602EC3AA21}" type="sibTrans" cxnId="{435A2575-D665-4AD8-A60D-33AF4659B310}">
      <dgm:prSet/>
      <dgm:spPr/>
      <dgm:t>
        <a:bodyPr/>
        <a:lstStyle/>
        <a:p>
          <a:endParaRPr lang="en-US"/>
        </a:p>
      </dgm:t>
    </dgm:pt>
    <dgm:pt modelId="{3C4F3C42-7020-4191-84EA-967F217D3615}" type="pres">
      <dgm:prSet presAssocID="{FE08559D-8337-4A6E-AAAC-2678E01F98F9}" presName="root" presStyleCnt="0">
        <dgm:presLayoutVars>
          <dgm:dir/>
          <dgm:resizeHandles val="exact"/>
        </dgm:presLayoutVars>
      </dgm:prSet>
      <dgm:spPr/>
    </dgm:pt>
    <dgm:pt modelId="{9E46882C-BECE-46D0-A135-C91F5BC98DB1}" type="pres">
      <dgm:prSet presAssocID="{85AA5D8F-5F69-462A-93FB-F1BA44709F0A}" presName="compNode" presStyleCnt="0"/>
      <dgm:spPr/>
    </dgm:pt>
    <dgm:pt modelId="{86571330-8E11-46A8-98AD-E775DB58FE69}" type="pres">
      <dgm:prSet presAssocID="{85AA5D8F-5F69-462A-93FB-F1BA44709F0A}" presName="bgRect" presStyleLbl="bgShp" presStyleIdx="0" presStyleCnt="5"/>
      <dgm:spPr/>
    </dgm:pt>
    <dgm:pt modelId="{04294C86-5B50-4EAA-AF41-6314C2F42296}" type="pres">
      <dgm:prSet presAssocID="{85AA5D8F-5F69-462A-93FB-F1BA44709F0A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udge"/>
        </a:ext>
      </dgm:extLst>
    </dgm:pt>
    <dgm:pt modelId="{CEFB26F4-2B62-475D-8FEA-B9A129086E79}" type="pres">
      <dgm:prSet presAssocID="{85AA5D8F-5F69-462A-93FB-F1BA44709F0A}" presName="spaceRect" presStyleCnt="0"/>
      <dgm:spPr/>
    </dgm:pt>
    <dgm:pt modelId="{E7C1B605-ACB0-4AC3-AA7D-3A4FE125391A}" type="pres">
      <dgm:prSet presAssocID="{85AA5D8F-5F69-462A-93FB-F1BA44709F0A}" presName="parTx" presStyleLbl="revTx" presStyleIdx="0" presStyleCnt="5">
        <dgm:presLayoutVars>
          <dgm:chMax val="0"/>
          <dgm:chPref val="0"/>
        </dgm:presLayoutVars>
      </dgm:prSet>
      <dgm:spPr/>
    </dgm:pt>
    <dgm:pt modelId="{FA23C2C4-FB48-4E04-BA2E-4E3CDF6273AC}" type="pres">
      <dgm:prSet presAssocID="{DD59AA08-1673-40DE-9857-B7EE3831CECB}" presName="sibTrans" presStyleCnt="0"/>
      <dgm:spPr/>
    </dgm:pt>
    <dgm:pt modelId="{E8043BD2-82BD-4C00-8C1E-58C9E18528DC}" type="pres">
      <dgm:prSet presAssocID="{7C671053-6896-44CD-8ECC-3C1C4A176612}" presName="compNode" presStyleCnt="0"/>
      <dgm:spPr/>
    </dgm:pt>
    <dgm:pt modelId="{6FD62ABC-6DED-434B-B360-5C8C159277DA}" type="pres">
      <dgm:prSet presAssocID="{7C671053-6896-44CD-8ECC-3C1C4A176612}" presName="bgRect" presStyleLbl="bgShp" presStyleIdx="1" presStyleCnt="5"/>
      <dgm:spPr/>
    </dgm:pt>
    <dgm:pt modelId="{C68AACE6-51CA-4A97-924B-1F0783A3E0C7}" type="pres">
      <dgm:prSet presAssocID="{7C671053-6896-44CD-8ECC-3C1C4A176612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EB3F9506-9C94-4A03-A89E-115DA3F3604E}" type="pres">
      <dgm:prSet presAssocID="{7C671053-6896-44CD-8ECC-3C1C4A176612}" presName="spaceRect" presStyleCnt="0"/>
      <dgm:spPr/>
    </dgm:pt>
    <dgm:pt modelId="{950B1FA5-B88F-44FD-9049-381D36CADF6C}" type="pres">
      <dgm:prSet presAssocID="{7C671053-6896-44CD-8ECC-3C1C4A176612}" presName="parTx" presStyleLbl="revTx" presStyleIdx="1" presStyleCnt="5">
        <dgm:presLayoutVars>
          <dgm:chMax val="0"/>
          <dgm:chPref val="0"/>
        </dgm:presLayoutVars>
      </dgm:prSet>
      <dgm:spPr/>
    </dgm:pt>
    <dgm:pt modelId="{03B6D6E5-3884-45FE-BD9E-BB6E23700AAC}" type="pres">
      <dgm:prSet presAssocID="{23FF1445-31D7-4FBC-BD8B-073975C18640}" presName="sibTrans" presStyleCnt="0"/>
      <dgm:spPr/>
    </dgm:pt>
    <dgm:pt modelId="{87F7A8C9-BC92-4E97-97FF-C82325BA845F}" type="pres">
      <dgm:prSet presAssocID="{A5DB03D4-97DE-4F32-9567-324BCA32CCA6}" presName="compNode" presStyleCnt="0"/>
      <dgm:spPr/>
    </dgm:pt>
    <dgm:pt modelId="{880A247A-69D8-41AF-9F00-D57CADE45FF2}" type="pres">
      <dgm:prSet presAssocID="{A5DB03D4-97DE-4F32-9567-324BCA32CCA6}" presName="bgRect" presStyleLbl="bgShp" presStyleIdx="2" presStyleCnt="5"/>
      <dgm:spPr/>
    </dgm:pt>
    <dgm:pt modelId="{064CAEE8-6731-44B8-A3B5-1CD990FC346A}" type="pres">
      <dgm:prSet presAssocID="{A5DB03D4-97DE-4F32-9567-324BCA32CCA6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ble"/>
        </a:ext>
      </dgm:extLst>
    </dgm:pt>
    <dgm:pt modelId="{9DB0631A-FA2B-49D9-AE47-18C0E60F7E1B}" type="pres">
      <dgm:prSet presAssocID="{A5DB03D4-97DE-4F32-9567-324BCA32CCA6}" presName="spaceRect" presStyleCnt="0"/>
      <dgm:spPr/>
    </dgm:pt>
    <dgm:pt modelId="{596B03D9-E340-4CA2-B44A-EF9DC5C31145}" type="pres">
      <dgm:prSet presAssocID="{A5DB03D4-97DE-4F32-9567-324BCA32CCA6}" presName="parTx" presStyleLbl="revTx" presStyleIdx="2" presStyleCnt="5">
        <dgm:presLayoutVars>
          <dgm:chMax val="0"/>
          <dgm:chPref val="0"/>
        </dgm:presLayoutVars>
      </dgm:prSet>
      <dgm:spPr/>
    </dgm:pt>
    <dgm:pt modelId="{C2E79B2D-7A0E-465C-AAF9-0B90AA5A974D}" type="pres">
      <dgm:prSet presAssocID="{8B22E685-A321-4580-99FE-844C16037379}" presName="sibTrans" presStyleCnt="0"/>
      <dgm:spPr/>
    </dgm:pt>
    <dgm:pt modelId="{2E07EDBF-B79E-452D-BF76-C9FDF47764A9}" type="pres">
      <dgm:prSet presAssocID="{7D025CEB-B2F2-4719-BED6-83576B354EDB}" presName="compNode" presStyleCnt="0"/>
      <dgm:spPr/>
    </dgm:pt>
    <dgm:pt modelId="{0921C9BC-DFC9-476E-83B3-486B30726ED5}" type="pres">
      <dgm:prSet presAssocID="{7D025CEB-B2F2-4719-BED6-83576B354EDB}" presName="bgRect" presStyleLbl="bgShp" presStyleIdx="3" presStyleCnt="5"/>
      <dgm:spPr/>
    </dgm:pt>
    <dgm:pt modelId="{247484BD-C9F6-4F12-B35A-7D5D12481F23}" type="pres">
      <dgm:prSet presAssocID="{7D025CEB-B2F2-4719-BED6-83576B354EDB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tatistics"/>
        </a:ext>
      </dgm:extLst>
    </dgm:pt>
    <dgm:pt modelId="{43E1689D-6AF5-47C2-B885-013EE3D79FFE}" type="pres">
      <dgm:prSet presAssocID="{7D025CEB-B2F2-4719-BED6-83576B354EDB}" presName="spaceRect" presStyleCnt="0"/>
      <dgm:spPr/>
    </dgm:pt>
    <dgm:pt modelId="{2B13FB02-2D03-4370-9EEC-A0B6A5E342EE}" type="pres">
      <dgm:prSet presAssocID="{7D025CEB-B2F2-4719-BED6-83576B354EDB}" presName="parTx" presStyleLbl="revTx" presStyleIdx="3" presStyleCnt="5">
        <dgm:presLayoutVars>
          <dgm:chMax val="0"/>
          <dgm:chPref val="0"/>
        </dgm:presLayoutVars>
      </dgm:prSet>
      <dgm:spPr/>
    </dgm:pt>
    <dgm:pt modelId="{BE152156-96A2-453B-A738-7B573C59895A}" type="pres">
      <dgm:prSet presAssocID="{70D8D649-C85F-44B8-B80C-F5C6BF6569FF}" presName="sibTrans" presStyleCnt="0"/>
      <dgm:spPr/>
    </dgm:pt>
    <dgm:pt modelId="{7C57AA9C-F789-46C1-80A3-FBF4C23298FE}" type="pres">
      <dgm:prSet presAssocID="{CEE68528-AF2B-4779-AC55-60395E7395BB}" presName="compNode" presStyleCnt="0"/>
      <dgm:spPr/>
    </dgm:pt>
    <dgm:pt modelId="{2112CAB0-F140-404C-BCA9-40A3DE4D654F}" type="pres">
      <dgm:prSet presAssocID="{CEE68528-AF2B-4779-AC55-60395E7395BB}" presName="bgRect" presStyleLbl="bgShp" presStyleIdx="4" presStyleCnt="5"/>
      <dgm:spPr/>
    </dgm:pt>
    <dgm:pt modelId="{1EBE7DDA-BF30-481A-854A-5BA5B98CABFA}" type="pres">
      <dgm:prSet presAssocID="{CEE68528-AF2B-4779-AC55-60395E7395BB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Target Audience"/>
        </a:ext>
      </dgm:extLst>
    </dgm:pt>
    <dgm:pt modelId="{643693BE-A8E9-49FC-B7AE-2AF3A7CC053E}" type="pres">
      <dgm:prSet presAssocID="{CEE68528-AF2B-4779-AC55-60395E7395BB}" presName="spaceRect" presStyleCnt="0"/>
      <dgm:spPr/>
    </dgm:pt>
    <dgm:pt modelId="{2A60244E-E964-45B3-84E9-D98EFEB5229E}" type="pres">
      <dgm:prSet presAssocID="{CEE68528-AF2B-4779-AC55-60395E7395BB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5298D633-5396-456A-88B9-19897EADC366}" type="presOf" srcId="{85AA5D8F-5F69-462A-93FB-F1BA44709F0A}" destId="{E7C1B605-ACB0-4AC3-AA7D-3A4FE125391A}" srcOrd="0" destOrd="0" presId="urn:microsoft.com/office/officeart/2018/2/layout/IconVerticalSolidList"/>
    <dgm:cxn modelId="{3588733B-534C-44F8-888A-DA6AA863EA52}" srcId="{FE08559D-8337-4A6E-AAAC-2678E01F98F9}" destId="{7C671053-6896-44CD-8ECC-3C1C4A176612}" srcOrd="1" destOrd="0" parTransId="{163DFBB6-A2E6-4059-BD49-7D276384C03E}" sibTransId="{23FF1445-31D7-4FBC-BD8B-073975C18640}"/>
    <dgm:cxn modelId="{6195F06C-E233-4AD2-84B4-AF7A940BC051}" type="presOf" srcId="{CEE68528-AF2B-4779-AC55-60395E7395BB}" destId="{2A60244E-E964-45B3-84E9-D98EFEB5229E}" srcOrd="0" destOrd="0" presId="urn:microsoft.com/office/officeart/2018/2/layout/IconVerticalSolidList"/>
    <dgm:cxn modelId="{435A2575-D665-4AD8-A60D-33AF4659B310}" srcId="{FE08559D-8337-4A6E-AAAC-2678E01F98F9}" destId="{CEE68528-AF2B-4779-AC55-60395E7395BB}" srcOrd="4" destOrd="0" parTransId="{F5B4735F-0CBC-4469-8BB2-2E12E4719F14}" sibTransId="{F3258BB6-D4A7-46ED-A2B6-41602EC3AA21}"/>
    <dgm:cxn modelId="{6C405EA0-1C11-4496-BD96-63F8F3378C5C}" srcId="{FE08559D-8337-4A6E-AAAC-2678E01F98F9}" destId="{A5DB03D4-97DE-4F32-9567-324BCA32CCA6}" srcOrd="2" destOrd="0" parTransId="{ADCD82C1-CF26-400D-A922-9A4E77991951}" sibTransId="{8B22E685-A321-4580-99FE-844C16037379}"/>
    <dgm:cxn modelId="{9375F8A2-E8E5-4302-B9B3-BA9D56380BB9}" srcId="{FE08559D-8337-4A6E-AAAC-2678E01F98F9}" destId="{7D025CEB-B2F2-4719-BED6-83576B354EDB}" srcOrd="3" destOrd="0" parTransId="{1021CA22-FBDF-4C0E-BF02-15B71C6624FA}" sibTransId="{70D8D649-C85F-44B8-B80C-F5C6BF6569FF}"/>
    <dgm:cxn modelId="{B9F807A6-0CB7-484F-90B9-1DED192A49BF}" type="presOf" srcId="{A5DB03D4-97DE-4F32-9567-324BCA32CCA6}" destId="{596B03D9-E340-4CA2-B44A-EF9DC5C31145}" srcOrd="0" destOrd="0" presId="urn:microsoft.com/office/officeart/2018/2/layout/IconVerticalSolidList"/>
    <dgm:cxn modelId="{6FACEAAC-0D2E-46C4-A39E-FE9F30604E5C}" srcId="{FE08559D-8337-4A6E-AAAC-2678E01F98F9}" destId="{85AA5D8F-5F69-462A-93FB-F1BA44709F0A}" srcOrd="0" destOrd="0" parTransId="{EE086127-5C67-435D-81F6-DF6C77BEA56C}" sibTransId="{DD59AA08-1673-40DE-9857-B7EE3831CECB}"/>
    <dgm:cxn modelId="{7299DCBD-7CA8-461C-84D7-7FE6DFCC5EDA}" type="presOf" srcId="{FE08559D-8337-4A6E-AAAC-2678E01F98F9}" destId="{3C4F3C42-7020-4191-84EA-967F217D3615}" srcOrd="0" destOrd="0" presId="urn:microsoft.com/office/officeart/2018/2/layout/IconVerticalSolidList"/>
    <dgm:cxn modelId="{67052CD4-0E3C-43F1-8C33-005B5C916084}" type="presOf" srcId="{7D025CEB-B2F2-4719-BED6-83576B354EDB}" destId="{2B13FB02-2D03-4370-9EEC-A0B6A5E342EE}" srcOrd="0" destOrd="0" presId="urn:microsoft.com/office/officeart/2018/2/layout/IconVerticalSolidList"/>
    <dgm:cxn modelId="{83CDEAEE-31CA-4A2D-99BC-96434B7486EE}" type="presOf" srcId="{7C671053-6896-44CD-8ECC-3C1C4A176612}" destId="{950B1FA5-B88F-44FD-9049-381D36CADF6C}" srcOrd="0" destOrd="0" presId="urn:microsoft.com/office/officeart/2018/2/layout/IconVerticalSolidList"/>
    <dgm:cxn modelId="{A86C476C-B091-418E-A5DF-0D42275EAC63}" type="presParOf" srcId="{3C4F3C42-7020-4191-84EA-967F217D3615}" destId="{9E46882C-BECE-46D0-A135-C91F5BC98DB1}" srcOrd="0" destOrd="0" presId="urn:microsoft.com/office/officeart/2018/2/layout/IconVerticalSolidList"/>
    <dgm:cxn modelId="{DA15A778-663F-4B1D-81B8-DA4B443ABC4D}" type="presParOf" srcId="{9E46882C-BECE-46D0-A135-C91F5BC98DB1}" destId="{86571330-8E11-46A8-98AD-E775DB58FE69}" srcOrd="0" destOrd="0" presId="urn:microsoft.com/office/officeart/2018/2/layout/IconVerticalSolidList"/>
    <dgm:cxn modelId="{05802804-3A4B-4CBC-A332-F276B9E74A22}" type="presParOf" srcId="{9E46882C-BECE-46D0-A135-C91F5BC98DB1}" destId="{04294C86-5B50-4EAA-AF41-6314C2F42296}" srcOrd="1" destOrd="0" presId="urn:microsoft.com/office/officeart/2018/2/layout/IconVerticalSolidList"/>
    <dgm:cxn modelId="{6A603C83-9F6B-42FE-B147-06A04ACA65C4}" type="presParOf" srcId="{9E46882C-BECE-46D0-A135-C91F5BC98DB1}" destId="{CEFB26F4-2B62-475D-8FEA-B9A129086E79}" srcOrd="2" destOrd="0" presId="urn:microsoft.com/office/officeart/2018/2/layout/IconVerticalSolidList"/>
    <dgm:cxn modelId="{0C4F2457-44F7-419B-87C5-12BB22A5FD69}" type="presParOf" srcId="{9E46882C-BECE-46D0-A135-C91F5BC98DB1}" destId="{E7C1B605-ACB0-4AC3-AA7D-3A4FE125391A}" srcOrd="3" destOrd="0" presId="urn:microsoft.com/office/officeart/2018/2/layout/IconVerticalSolidList"/>
    <dgm:cxn modelId="{D457015F-2DD1-4479-9568-6B90BA46F78A}" type="presParOf" srcId="{3C4F3C42-7020-4191-84EA-967F217D3615}" destId="{FA23C2C4-FB48-4E04-BA2E-4E3CDF6273AC}" srcOrd="1" destOrd="0" presId="urn:microsoft.com/office/officeart/2018/2/layout/IconVerticalSolidList"/>
    <dgm:cxn modelId="{E5F07C5A-F8B1-4D19-81F0-F1073B6DEF31}" type="presParOf" srcId="{3C4F3C42-7020-4191-84EA-967F217D3615}" destId="{E8043BD2-82BD-4C00-8C1E-58C9E18528DC}" srcOrd="2" destOrd="0" presId="urn:microsoft.com/office/officeart/2018/2/layout/IconVerticalSolidList"/>
    <dgm:cxn modelId="{36FBEB60-8D30-466C-9F62-6B238D989E65}" type="presParOf" srcId="{E8043BD2-82BD-4C00-8C1E-58C9E18528DC}" destId="{6FD62ABC-6DED-434B-B360-5C8C159277DA}" srcOrd="0" destOrd="0" presId="urn:microsoft.com/office/officeart/2018/2/layout/IconVerticalSolidList"/>
    <dgm:cxn modelId="{02A55A87-E693-4A12-BED4-BC6BEC787010}" type="presParOf" srcId="{E8043BD2-82BD-4C00-8C1E-58C9E18528DC}" destId="{C68AACE6-51CA-4A97-924B-1F0783A3E0C7}" srcOrd="1" destOrd="0" presId="urn:microsoft.com/office/officeart/2018/2/layout/IconVerticalSolidList"/>
    <dgm:cxn modelId="{93F8AECC-3889-4777-9CEA-B00E25814351}" type="presParOf" srcId="{E8043BD2-82BD-4C00-8C1E-58C9E18528DC}" destId="{EB3F9506-9C94-4A03-A89E-115DA3F3604E}" srcOrd="2" destOrd="0" presId="urn:microsoft.com/office/officeart/2018/2/layout/IconVerticalSolidList"/>
    <dgm:cxn modelId="{177655CE-0D36-46F7-BEC2-F45081A9C718}" type="presParOf" srcId="{E8043BD2-82BD-4C00-8C1E-58C9E18528DC}" destId="{950B1FA5-B88F-44FD-9049-381D36CADF6C}" srcOrd="3" destOrd="0" presId="urn:microsoft.com/office/officeart/2018/2/layout/IconVerticalSolidList"/>
    <dgm:cxn modelId="{B6CFB544-DEFB-4072-9D17-46A988BC5F70}" type="presParOf" srcId="{3C4F3C42-7020-4191-84EA-967F217D3615}" destId="{03B6D6E5-3884-45FE-BD9E-BB6E23700AAC}" srcOrd="3" destOrd="0" presId="urn:microsoft.com/office/officeart/2018/2/layout/IconVerticalSolidList"/>
    <dgm:cxn modelId="{86157515-663A-40A3-9B92-A41C19DFF87A}" type="presParOf" srcId="{3C4F3C42-7020-4191-84EA-967F217D3615}" destId="{87F7A8C9-BC92-4E97-97FF-C82325BA845F}" srcOrd="4" destOrd="0" presId="urn:microsoft.com/office/officeart/2018/2/layout/IconVerticalSolidList"/>
    <dgm:cxn modelId="{CFC71B97-B8C0-475D-8D81-9C2D43FD9ED1}" type="presParOf" srcId="{87F7A8C9-BC92-4E97-97FF-C82325BA845F}" destId="{880A247A-69D8-41AF-9F00-D57CADE45FF2}" srcOrd="0" destOrd="0" presId="urn:microsoft.com/office/officeart/2018/2/layout/IconVerticalSolidList"/>
    <dgm:cxn modelId="{97D8D663-E713-4475-BB87-E2BCE698F7D1}" type="presParOf" srcId="{87F7A8C9-BC92-4E97-97FF-C82325BA845F}" destId="{064CAEE8-6731-44B8-A3B5-1CD990FC346A}" srcOrd="1" destOrd="0" presId="urn:microsoft.com/office/officeart/2018/2/layout/IconVerticalSolidList"/>
    <dgm:cxn modelId="{12C0D8B4-D759-4CC0-A0E3-02FD87631395}" type="presParOf" srcId="{87F7A8C9-BC92-4E97-97FF-C82325BA845F}" destId="{9DB0631A-FA2B-49D9-AE47-18C0E60F7E1B}" srcOrd="2" destOrd="0" presId="urn:microsoft.com/office/officeart/2018/2/layout/IconVerticalSolidList"/>
    <dgm:cxn modelId="{A7383A3A-887A-46E6-823C-514B4B4BF02E}" type="presParOf" srcId="{87F7A8C9-BC92-4E97-97FF-C82325BA845F}" destId="{596B03D9-E340-4CA2-B44A-EF9DC5C31145}" srcOrd="3" destOrd="0" presId="urn:microsoft.com/office/officeart/2018/2/layout/IconVerticalSolidList"/>
    <dgm:cxn modelId="{08D490E1-3631-4861-B91B-09EE5818A379}" type="presParOf" srcId="{3C4F3C42-7020-4191-84EA-967F217D3615}" destId="{C2E79B2D-7A0E-465C-AAF9-0B90AA5A974D}" srcOrd="5" destOrd="0" presId="urn:microsoft.com/office/officeart/2018/2/layout/IconVerticalSolidList"/>
    <dgm:cxn modelId="{3EEA8947-E4D7-4332-B186-37F511DACF9C}" type="presParOf" srcId="{3C4F3C42-7020-4191-84EA-967F217D3615}" destId="{2E07EDBF-B79E-452D-BF76-C9FDF47764A9}" srcOrd="6" destOrd="0" presId="urn:microsoft.com/office/officeart/2018/2/layout/IconVerticalSolidList"/>
    <dgm:cxn modelId="{52E3519B-7BD6-4FEF-9E84-99534A43405C}" type="presParOf" srcId="{2E07EDBF-B79E-452D-BF76-C9FDF47764A9}" destId="{0921C9BC-DFC9-476E-83B3-486B30726ED5}" srcOrd="0" destOrd="0" presId="urn:microsoft.com/office/officeart/2018/2/layout/IconVerticalSolidList"/>
    <dgm:cxn modelId="{A6F08B03-E0C3-43DE-B615-5409B1C63E5E}" type="presParOf" srcId="{2E07EDBF-B79E-452D-BF76-C9FDF47764A9}" destId="{247484BD-C9F6-4F12-B35A-7D5D12481F23}" srcOrd="1" destOrd="0" presId="urn:microsoft.com/office/officeart/2018/2/layout/IconVerticalSolidList"/>
    <dgm:cxn modelId="{DF755A6C-EF45-4A8D-B59B-09E52F9A1538}" type="presParOf" srcId="{2E07EDBF-B79E-452D-BF76-C9FDF47764A9}" destId="{43E1689D-6AF5-47C2-B885-013EE3D79FFE}" srcOrd="2" destOrd="0" presId="urn:microsoft.com/office/officeart/2018/2/layout/IconVerticalSolidList"/>
    <dgm:cxn modelId="{F8388BC2-BDD0-458B-A109-B6D606B8361A}" type="presParOf" srcId="{2E07EDBF-B79E-452D-BF76-C9FDF47764A9}" destId="{2B13FB02-2D03-4370-9EEC-A0B6A5E342EE}" srcOrd="3" destOrd="0" presId="urn:microsoft.com/office/officeart/2018/2/layout/IconVerticalSolidList"/>
    <dgm:cxn modelId="{E71E9040-DEE9-4D41-B4DC-1726A775AB1B}" type="presParOf" srcId="{3C4F3C42-7020-4191-84EA-967F217D3615}" destId="{BE152156-96A2-453B-A738-7B573C59895A}" srcOrd="7" destOrd="0" presId="urn:microsoft.com/office/officeart/2018/2/layout/IconVerticalSolidList"/>
    <dgm:cxn modelId="{F7478591-73DC-4E44-84B5-A058BD4D9DA5}" type="presParOf" srcId="{3C4F3C42-7020-4191-84EA-967F217D3615}" destId="{7C57AA9C-F789-46C1-80A3-FBF4C23298FE}" srcOrd="8" destOrd="0" presId="urn:microsoft.com/office/officeart/2018/2/layout/IconVerticalSolidList"/>
    <dgm:cxn modelId="{8ADBDF16-6CC5-47C2-8098-3F348D561572}" type="presParOf" srcId="{7C57AA9C-F789-46C1-80A3-FBF4C23298FE}" destId="{2112CAB0-F140-404C-BCA9-40A3DE4D654F}" srcOrd="0" destOrd="0" presId="urn:microsoft.com/office/officeart/2018/2/layout/IconVerticalSolidList"/>
    <dgm:cxn modelId="{04380322-C99B-48CC-BA90-66FC5E82924A}" type="presParOf" srcId="{7C57AA9C-F789-46C1-80A3-FBF4C23298FE}" destId="{1EBE7DDA-BF30-481A-854A-5BA5B98CABFA}" srcOrd="1" destOrd="0" presId="urn:microsoft.com/office/officeart/2018/2/layout/IconVerticalSolidList"/>
    <dgm:cxn modelId="{9F450A49-3D4C-454E-B5FB-1A5CBECFEBB4}" type="presParOf" srcId="{7C57AA9C-F789-46C1-80A3-FBF4C23298FE}" destId="{643693BE-A8E9-49FC-B7AE-2AF3A7CC053E}" srcOrd="2" destOrd="0" presId="urn:microsoft.com/office/officeart/2018/2/layout/IconVerticalSolidList"/>
    <dgm:cxn modelId="{8561B245-6A6D-4223-A184-241FC2B52820}" type="presParOf" srcId="{7C57AA9C-F789-46C1-80A3-FBF4C23298FE}" destId="{2A60244E-E964-45B3-84E9-D98EFEB5229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BBDE1C87-5C51-44D5-9CC6-4F459036CA20}" type="doc">
      <dgm:prSet loTypeId="urn:microsoft.com/office/officeart/2016/7/layout/LinearBlockProcessNumbered" loCatId="process" qsTypeId="urn:microsoft.com/office/officeart/2005/8/quickstyle/simple1" qsCatId="simple" csTypeId="urn:microsoft.com/office/officeart/2005/8/colors/colorful1" csCatId="colorful"/>
      <dgm:spPr/>
      <dgm:t>
        <a:bodyPr/>
        <a:lstStyle/>
        <a:p>
          <a:endParaRPr lang="en-US"/>
        </a:p>
      </dgm:t>
    </dgm:pt>
    <dgm:pt modelId="{CCBCF089-6713-439E-AD46-8CEC9DD71362}">
      <dgm:prSet/>
      <dgm:spPr/>
      <dgm:t>
        <a:bodyPr/>
        <a:lstStyle/>
        <a:p>
          <a:r>
            <a:rPr lang="en-MY"/>
            <a:t>Akurasi (R^2 ~0.93): Normal Equation paling eksak (MSE: 2416.29). Tuned GD (2416.35) berhasil memangkas error Vanilla GD (2416.49).</a:t>
          </a:r>
          <a:endParaRPr lang="en-US"/>
        </a:p>
      </dgm:t>
    </dgm:pt>
    <dgm:pt modelId="{83370664-EEA5-47E5-85B2-4C6D10E8BB11}" type="parTrans" cxnId="{2437A840-BD6C-420D-966A-F29CEC77E1F3}">
      <dgm:prSet/>
      <dgm:spPr/>
      <dgm:t>
        <a:bodyPr/>
        <a:lstStyle/>
        <a:p>
          <a:endParaRPr lang="en-US"/>
        </a:p>
      </dgm:t>
    </dgm:pt>
    <dgm:pt modelId="{BC4CFBD0-F3AC-435B-ACCE-CACDC616F123}" type="sibTrans" cxnId="{2437A840-BD6C-420D-966A-F29CEC77E1F3}">
      <dgm:prSet phldrT="01"/>
      <dgm:spPr/>
      <dgm:t>
        <a:bodyPr/>
        <a:lstStyle/>
        <a:p>
          <a:r>
            <a:rPr lang="en-US"/>
            <a:t>01</a:t>
          </a:r>
        </a:p>
      </dgm:t>
    </dgm:pt>
    <dgm:pt modelId="{52FDD03F-22EB-4C44-970F-FB1C130A7D6F}">
      <dgm:prSet/>
      <dgm:spPr/>
      <dgm:t>
        <a:bodyPr/>
        <a:lstStyle/>
        <a:p>
          <a:r>
            <a:rPr lang="en-MY"/>
            <a:t>Kecepatan Komputasi: Normal Equation instan (~0.25 detik). Tuned GD terlama (~200 detik) karena proses Grid Search.</a:t>
          </a:r>
          <a:endParaRPr lang="en-US"/>
        </a:p>
      </dgm:t>
    </dgm:pt>
    <dgm:pt modelId="{3ECCDDD3-8C47-4FCC-A4FD-F22013BA6E99}" type="parTrans" cxnId="{AE03AF82-7093-41CF-9668-095285EE6357}">
      <dgm:prSet/>
      <dgm:spPr/>
      <dgm:t>
        <a:bodyPr/>
        <a:lstStyle/>
        <a:p>
          <a:endParaRPr lang="en-US"/>
        </a:p>
      </dgm:t>
    </dgm:pt>
    <dgm:pt modelId="{D880E2E8-6C4F-4326-9449-CC81CE1F7F66}" type="sibTrans" cxnId="{AE03AF82-7093-41CF-9668-095285EE6357}">
      <dgm:prSet phldrT="02"/>
      <dgm:spPr/>
      <dgm:t>
        <a:bodyPr/>
        <a:lstStyle/>
        <a:p>
          <a:r>
            <a:rPr lang="en-US"/>
            <a:t>02</a:t>
          </a:r>
        </a:p>
      </dgm:t>
    </dgm:pt>
    <dgm:pt modelId="{F1627425-E951-45DA-818B-F39D7863CB3C}">
      <dgm:prSet/>
      <dgm:spPr/>
      <dgm:t>
        <a:bodyPr/>
        <a:lstStyle/>
        <a:p>
          <a:r>
            <a:rPr lang="en-MY"/>
            <a:t>Efisiensi Iterasi: Berkat early stopping, Tuned GD konvergen hanya dalam 540 iterasi, jauh mengungguli Vanilla GD yang terjebak di 4700 iterasi.</a:t>
          </a:r>
          <a:endParaRPr lang="en-US"/>
        </a:p>
      </dgm:t>
    </dgm:pt>
    <dgm:pt modelId="{7E7A839A-E125-4EB3-93F2-670FD21960A1}" type="parTrans" cxnId="{779AF68A-5E99-4033-98EA-F4730A5BF649}">
      <dgm:prSet/>
      <dgm:spPr/>
      <dgm:t>
        <a:bodyPr/>
        <a:lstStyle/>
        <a:p>
          <a:endParaRPr lang="en-US"/>
        </a:p>
      </dgm:t>
    </dgm:pt>
    <dgm:pt modelId="{F0ED05C0-F97F-4C29-94D8-D38F1C2D555D}" type="sibTrans" cxnId="{779AF68A-5E99-4033-98EA-F4730A5BF649}">
      <dgm:prSet phldrT="03"/>
      <dgm:spPr/>
      <dgm:t>
        <a:bodyPr/>
        <a:lstStyle/>
        <a:p>
          <a:r>
            <a:rPr lang="en-US"/>
            <a:t>03</a:t>
          </a:r>
        </a:p>
      </dgm:t>
    </dgm:pt>
    <dgm:pt modelId="{1D12A0AE-B9CF-4E45-8207-781D940EA34A}" type="pres">
      <dgm:prSet presAssocID="{BBDE1C87-5C51-44D5-9CC6-4F459036CA20}" presName="Name0" presStyleCnt="0">
        <dgm:presLayoutVars>
          <dgm:animLvl val="lvl"/>
          <dgm:resizeHandles val="exact"/>
        </dgm:presLayoutVars>
      </dgm:prSet>
      <dgm:spPr/>
    </dgm:pt>
    <dgm:pt modelId="{45E1A9CE-8DED-45FE-B26B-0A81A2B95538}" type="pres">
      <dgm:prSet presAssocID="{CCBCF089-6713-439E-AD46-8CEC9DD71362}" presName="compositeNode" presStyleCnt="0">
        <dgm:presLayoutVars>
          <dgm:bulletEnabled val="1"/>
        </dgm:presLayoutVars>
      </dgm:prSet>
      <dgm:spPr/>
    </dgm:pt>
    <dgm:pt modelId="{BCEA3FB9-ED97-440F-962B-F3C51ACE369B}" type="pres">
      <dgm:prSet presAssocID="{CCBCF089-6713-439E-AD46-8CEC9DD71362}" presName="bgRect" presStyleLbl="alignNode1" presStyleIdx="0" presStyleCnt="3"/>
      <dgm:spPr/>
    </dgm:pt>
    <dgm:pt modelId="{37419F8D-A8E0-41E3-AF0E-C32F6D471BAD}" type="pres">
      <dgm:prSet presAssocID="{BC4CFBD0-F3AC-435B-ACCE-CACDC616F123}" presName="sibTransNodeRect" presStyleLbl="alignNode1" presStyleIdx="0" presStyleCnt="3">
        <dgm:presLayoutVars>
          <dgm:chMax val="0"/>
          <dgm:bulletEnabled val="1"/>
        </dgm:presLayoutVars>
      </dgm:prSet>
      <dgm:spPr/>
    </dgm:pt>
    <dgm:pt modelId="{089C2C19-75DC-45B1-B75C-8C8450D76B74}" type="pres">
      <dgm:prSet presAssocID="{CCBCF089-6713-439E-AD46-8CEC9DD71362}" presName="nodeRect" presStyleLbl="alignNode1" presStyleIdx="0" presStyleCnt="3">
        <dgm:presLayoutVars>
          <dgm:bulletEnabled val="1"/>
        </dgm:presLayoutVars>
      </dgm:prSet>
      <dgm:spPr/>
    </dgm:pt>
    <dgm:pt modelId="{611D3C54-2AAD-4EA0-95EA-A6F840938B31}" type="pres">
      <dgm:prSet presAssocID="{BC4CFBD0-F3AC-435B-ACCE-CACDC616F123}" presName="sibTrans" presStyleCnt="0"/>
      <dgm:spPr/>
    </dgm:pt>
    <dgm:pt modelId="{286F6970-7ED0-4FF9-A054-66CE3FDE68E9}" type="pres">
      <dgm:prSet presAssocID="{52FDD03F-22EB-4C44-970F-FB1C130A7D6F}" presName="compositeNode" presStyleCnt="0">
        <dgm:presLayoutVars>
          <dgm:bulletEnabled val="1"/>
        </dgm:presLayoutVars>
      </dgm:prSet>
      <dgm:spPr/>
    </dgm:pt>
    <dgm:pt modelId="{BB985DF9-0E4D-40DC-960F-17A75144EE9F}" type="pres">
      <dgm:prSet presAssocID="{52FDD03F-22EB-4C44-970F-FB1C130A7D6F}" presName="bgRect" presStyleLbl="alignNode1" presStyleIdx="1" presStyleCnt="3"/>
      <dgm:spPr/>
    </dgm:pt>
    <dgm:pt modelId="{EA08D74B-841F-44CB-9D16-F37A2D482610}" type="pres">
      <dgm:prSet presAssocID="{D880E2E8-6C4F-4326-9449-CC81CE1F7F66}" presName="sibTransNodeRect" presStyleLbl="alignNode1" presStyleIdx="1" presStyleCnt="3">
        <dgm:presLayoutVars>
          <dgm:chMax val="0"/>
          <dgm:bulletEnabled val="1"/>
        </dgm:presLayoutVars>
      </dgm:prSet>
      <dgm:spPr/>
    </dgm:pt>
    <dgm:pt modelId="{E1605D92-DD64-4DAF-9131-61A9A2BD4546}" type="pres">
      <dgm:prSet presAssocID="{52FDD03F-22EB-4C44-970F-FB1C130A7D6F}" presName="nodeRect" presStyleLbl="alignNode1" presStyleIdx="1" presStyleCnt="3">
        <dgm:presLayoutVars>
          <dgm:bulletEnabled val="1"/>
        </dgm:presLayoutVars>
      </dgm:prSet>
      <dgm:spPr/>
    </dgm:pt>
    <dgm:pt modelId="{719DE8F2-CF7E-4B88-9B4A-F74BFC912A47}" type="pres">
      <dgm:prSet presAssocID="{D880E2E8-6C4F-4326-9449-CC81CE1F7F66}" presName="sibTrans" presStyleCnt="0"/>
      <dgm:spPr/>
    </dgm:pt>
    <dgm:pt modelId="{7BF15DCE-875B-4D09-BE7E-3E0F1254F3A5}" type="pres">
      <dgm:prSet presAssocID="{F1627425-E951-45DA-818B-F39D7863CB3C}" presName="compositeNode" presStyleCnt="0">
        <dgm:presLayoutVars>
          <dgm:bulletEnabled val="1"/>
        </dgm:presLayoutVars>
      </dgm:prSet>
      <dgm:spPr/>
    </dgm:pt>
    <dgm:pt modelId="{8AACB73A-6C9A-4E84-95C7-679D8780A9B2}" type="pres">
      <dgm:prSet presAssocID="{F1627425-E951-45DA-818B-F39D7863CB3C}" presName="bgRect" presStyleLbl="alignNode1" presStyleIdx="2" presStyleCnt="3"/>
      <dgm:spPr/>
    </dgm:pt>
    <dgm:pt modelId="{0D1C63B5-B5D0-4A4A-B30E-4DB347A7469B}" type="pres">
      <dgm:prSet presAssocID="{F0ED05C0-F97F-4C29-94D8-D38F1C2D555D}" presName="sibTransNodeRect" presStyleLbl="alignNode1" presStyleIdx="2" presStyleCnt="3">
        <dgm:presLayoutVars>
          <dgm:chMax val="0"/>
          <dgm:bulletEnabled val="1"/>
        </dgm:presLayoutVars>
      </dgm:prSet>
      <dgm:spPr/>
    </dgm:pt>
    <dgm:pt modelId="{EA84E801-DCB2-46C4-A3EB-62A48C0E848A}" type="pres">
      <dgm:prSet presAssocID="{F1627425-E951-45DA-818B-F39D7863CB3C}" presName="nodeRect" presStyleLbl="alignNode1" presStyleIdx="2" presStyleCnt="3">
        <dgm:presLayoutVars>
          <dgm:bulletEnabled val="1"/>
        </dgm:presLayoutVars>
      </dgm:prSet>
      <dgm:spPr/>
    </dgm:pt>
  </dgm:ptLst>
  <dgm:cxnLst>
    <dgm:cxn modelId="{75EE6E03-7899-4C2A-B694-1B14077846FE}" type="presOf" srcId="{D880E2E8-6C4F-4326-9449-CC81CE1F7F66}" destId="{EA08D74B-841F-44CB-9D16-F37A2D482610}" srcOrd="0" destOrd="0" presId="urn:microsoft.com/office/officeart/2016/7/layout/LinearBlockProcessNumbered"/>
    <dgm:cxn modelId="{821D4006-96AD-42C1-ABEC-F6B0723C6F95}" type="presOf" srcId="{CCBCF089-6713-439E-AD46-8CEC9DD71362}" destId="{089C2C19-75DC-45B1-B75C-8C8450D76B74}" srcOrd="1" destOrd="0" presId="urn:microsoft.com/office/officeart/2016/7/layout/LinearBlockProcessNumbered"/>
    <dgm:cxn modelId="{9EA49D07-36D4-449D-BA8D-E825AE06D350}" type="presOf" srcId="{F1627425-E951-45DA-818B-F39D7863CB3C}" destId="{8AACB73A-6C9A-4E84-95C7-679D8780A9B2}" srcOrd="0" destOrd="0" presId="urn:microsoft.com/office/officeart/2016/7/layout/LinearBlockProcessNumbered"/>
    <dgm:cxn modelId="{9BBD5A10-31CC-4159-B6BF-28E5491FC09B}" type="presOf" srcId="{52FDD03F-22EB-4C44-970F-FB1C130A7D6F}" destId="{E1605D92-DD64-4DAF-9131-61A9A2BD4546}" srcOrd="1" destOrd="0" presId="urn:microsoft.com/office/officeart/2016/7/layout/LinearBlockProcessNumbered"/>
    <dgm:cxn modelId="{2437A840-BD6C-420D-966A-F29CEC77E1F3}" srcId="{BBDE1C87-5C51-44D5-9CC6-4F459036CA20}" destId="{CCBCF089-6713-439E-AD46-8CEC9DD71362}" srcOrd="0" destOrd="0" parTransId="{83370664-EEA5-47E5-85B2-4C6D10E8BB11}" sibTransId="{BC4CFBD0-F3AC-435B-ACCE-CACDC616F123}"/>
    <dgm:cxn modelId="{6C474E6A-BE16-4853-B549-878CB6B97433}" type="presOf" srcId="{F1627425-E951-45DA-818B-F39D7863CB3C}" destId="{EA84E801-DCB2-46C4-A3EB-62A48C0E848A}" srcOrd="1" destOrd="0" presId="urn:microsoft.com/office/officeart/2016/7/layout/LinearBlockProcessNumbered"/>
    <dgm:cxn modelId="{DD924180-F8FD-4951-AE41-02D050C1E793}" type="presOf" srcId="{CCBCF089-6713-439E-AD46-8CEC9DD71362}" destId="{BCEA3FB9-ED97-440F-962B-F3C51ACE369B}" srcOrd="0" destOrd="0" presId="urn:microsoft.com/office/officeart/2016/7/layout/LinearBlockProcessNumbered"/>
    <dgm:cxn modelId="{AE03AF82-7093-41CF-9668-095285EE6357}" srcId="{BBDE1C87-5C51-44D5-9CC6-4F459036CA20}" destId="{52FDD03F-22EB-4C44-970F-FB1C130A7D6F}" srcOrd="1" destOrd="0" parTransId="{3ECCDDD3-8C47-4FCC-A4FD-F22013BA6E99}" sibTransId="{D880E2E8-6C4F-4326-9449-CC81CE1F7F66}"/>
    <dgm:cxn modelId="{779AF68A-5E99-4033-98EA-F4730A5BF649}" srcId="{BBDE1C87-5C51-44D5-9CC6-4F459036CA20}" destId="{F1627425-E951-45DA-818B-F39D7863CB3C}" srcOrd="2" destOrd="0" parTransId="{7E7A839A-E125-4EB3-93F2-670FD21960A1}" sibTransId="{F0ED05C0-F97F-4C29-94D8-D38F1C2D555D}"/>
    <dgm:cxn modelId="{463BB48F-AA08-4917-A5CC-67BB6BCF7B7F}" type="presOf" srcId="{BBDE1C87-5C51-44D5-9CC6-4F459036CA20}" destId="{1D12A0AE-B9CF-4E45-8207-781D940EA34A}" srcOrd="0" destOrd="0" presId="urn:microsoft.com/office/officeart/2016/7/layout/LinearBlockProcessNumbered"/>
    <dgm:cxn modelId="{56661F9C-5F46-4F6C-A76D-633CE30C1F24}" type="presOf" srcId="{52FDD03F-22EB-4C44-970F-FB1C130A7D6F}" destId="{BB985DF9-0E4D-40DC-960F-17A75144EE9F}" srcOrd="0" destOrd="0" presId="urn:microsoft.com/office/officeart/2016/7/layout/LinearBlockProcessNumbered"/>
    <dgm:cxn modelId="{0CD9EFB2-78A8-439B-9B31-76AFFDF18A4B}" type="presOf" srcId="{BC4CFBD0-F3AC-435B-ACCE-CACDC616F123}" destId="{37419F8D-A8E0-41E3-AF0E-C32F6D471BAD}" srcOrd="0" destOrd="0" presId="urn:microsoft.com/office/officeart/2016/7/layout/LinearBlockProcessNumbered"/>
    <dgm:cxn modelId="{06395FE8-52EE-4F32-BF91-2184B10A66E4}" type="presOf" srcId="{F0ED05C0-F97F-4C29-94D8-D38F1C2D555D}" destId="{0D1C63B5-B5D0-4A4A-B30E-4DB347A7469B}" srcOrd="0" destOrd="0" presId="urn:microsoft.com/office/officeart/2016/7/layout/LinearBlockProcessNumbered"/>
    <dgm:cxn modelId="{23D27F08-97E4-4228-BCCE-BF71249E551C}" type="presParOf" srcId="{1D12A0AE-B9CF-4E45-8207-781D940EA34A}" destId="{45E1A9CE-8DED-45FE-B26B-0A81A2B95538}" srcOrd="0" destOrd="0" presId="urn:microsoft.com/office/officeart/2016/7/layout/LinearBlockProcessNumbered"/>
    <dgm:cxn modelId="{24F248FF-FC60-48AB-A5AF-BBFF3723E779}" type="presParOf" srcId="{45E1A9CE-8DED-45FE-B26B-0A81A2B95538}" destId="{BCEA3FB9-ED97-440F-962B-F3C51ACE369B}" srcOrd="0" destOrd="0" presId="urn:microsoft.com/office/officeart/2016/7/layout/LinearBlockProcessNumbered"/>
    <dgm:cxn modelId="{EDA086EB-FB8F-4C69-98BC-31EFF1BC929D}" type="presParOf" srcId="{45E1A9CE-8DED-45FE-B26B-0A81A2B95538}" destId="{37419F8D-A8E0-41E3-AF0E-C32F6D471BAD}" srcOrd="1" destOrd="0" presId="urn:microsoft.com/office/officeart/2016/7/layout/LinearBlockProcessNumbered"/>
    <dgm:cxn modelId="{EA70A124-567B-45DD-A18B-0FFF5E4E5B10}" type="presParOf" srcId="{45E1A9CE-8DED-45FE-B26B-0A81A2B95538}" destId="{089C2C19-75DC-45B1-B75C-8C8450D76B74}" srcOrd="2" destOrd="0" presId="urn:microsoft.com/office/officeart/2016/7/layout/LinearBlockProcessNumbered"/>
    <dgm:cxn modelId="{3935B326-FE4A-4D7E-AD08-1BCF95094F05}" type="presParOf" srcId="{1D12A0AE-B9CF-4E45-8207-781D940EA34A}" destId="{611D3C54-2AAD-4EA0-95EA-A6F840938B31}" srcOrd="1" destOrd="0" presId="urn:microsoft.com/office/officeart/2016/7/layout/LinearBlockProcessNumbered"/>
    <dgm:cxn modelId="{D285A9B9-4B6D-463C-9F41-B442B9D8E8FF}" type="presParOf" srcId="{1D12A0AE-B9CF-4E45-8207-781D940EA34A}" destId="{286F6970-7ED0-4FF9-A054-66CE3FDE68E9}" srcOrd="2" destOrd="0" presId="urn:microsoft.com/office/officeart/2016/7/layout/LinearBlockProcessNumbered"/>
    <dgm:cxn modelId="{181FE693-B89E-4610-992D-4C9155289B52}" type="presParOf" srcId="{286F6970-7ED0-4FF9-A054-66CE3FDE68E9}" destId="{BB985DF9-0E4D-40DC-960F-17A75144EE9F}" srcOrd="0" destOrd="0" presId="urn:microsoft.com/office/officeart/2016/7/layout/LinearBlockProcessNumbered"/>
    <dgm:cxn modelId="{54BFC299-52F7-46F6-8495-95C94F8B2D5C}" type="presParOf" srcId="{286F6970-7ED0-4FF9-A054-66CE3FDE68E9}" destId="{EA08D74B-841F-44CB-9D16-F37A2D482610}" srcOrd="1" destOrd="0" presId="urn:microsoft.com/office/officeart/2016/7/layout/LinearBlockProcessNumbered"/>
    <dgm:cxn modelId="{150F5891-E9DC-4E33-8820-99B16F061522}" type="presParOf" srcId="{286F6970-7ED0-4FF9-A054-66CE3FDE68E9}" destId="{E1605D92-DD64-4DAF-9131-61A9A2BD4546}" srcOrd="2" destOrd="0" presId="urn:microsoft.com/office/officeart/2016/7/layout/LinearBlockProcessNumbered"/>
    <dgm:cxn modelId="{2084C53E-3624-4F79-831A-1F4307FF1EE8}" type="presParOf" srcId="{1D12A0AE-B9CF-4E45-8207-781D940EA34A}" destId="{719DE8F2-CF7E-4B88-9B4A-F74BFC912A47}" srcOrd="3" destOrd="0" presId="urn:microsoft.com/office/officeart/2016/7/layout/LinearBlockProcessNumbered"/>
    <dgm:cxn modelId="{FB215FE5-7F4A-4F90-8733-56BECA34A53F}" type="presParOf" srcId="{1D12A0AE-B9CF-4E45-8207-781D940EA34A}" destId="{7BF15DCE-875B-4D09-BE7E-3E0F1254F3A5}" srcOrd="4" destOrd="0" presId="urn:microsoft.com/office/officeart/2016/7/layout/LinearBlockProcessNumbered"/>
    <dgm:cxn modelId="{9E1A8869-056C-4D6C-AA7E-6BFBB84B7113}" type="presParOf" srcId="{7BF15DCE-875B-4D09-BE7E-3E0F1254F3A5}" destId="{8AACB73A-6C9A-4E84-95C7-679D8780A9B2}" srcOrd="0" destOrd="0" presId="urn:microsoft.com/office/officeart/2016/7/layout/LinearBlockProcessNumbered"/>
    <dgm:cxn modelId="{603A2C35-3F43-4DEA-B59B-D24B77E1DA7E}" type="presParOf" srcId="{7BF15DCE-875B-4D09-BE7E-3E0F1254F3A5}" destId="{0D1C63B5-B5D0-4A4A-B30E-4DB347A7469B}" srcOrd="1" destOrd="0" presId="urn:microsoft.com/office/officeart/2016/7/layout/LinearBlockProcessNumbered"/>
    <dgm:cxn modelId="{8FFC75FA-02E5-44FE-9DC2-0173D682A897}" type="presParOf" srcId="{7BF15DCE-875B-4D09-BE7E-3E0F1254F3A5}" destId="{EA84E801-DCB2-46C4-A3EB-62A48C0E848A}" srcOrd="2" destOrd="0" presId="urn:microsoft.com/office/officeart/2016/7/layout/LinearBlockProcessNumbered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CB6912AD-898B-426F-AFE3-F18B8A3356E6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icontext_colorful1" csCatId="colorful" phldr="1"/>
      <dgm:spPr/>
      <dgm:t>
        <a:bodyPr/>
        <a:lstStyle/>
        <a:p>
          <a:endParaRPr lang="en-US"/>
        </a:p>
      </dgm:t>
    </dgm:pt>
    <dgm:pt modelId="{6A8434F7-1393-4254-B242-052C05CA8394}">
      <dgm:prSet/>
      <dgm:spPr/>
      <dgm:t>
        <a:bodyPr/>
        <a:lstStyle/>
        <a:p>
          <a:r>
            <a:rPr lang="en-MY"/>
            <a:t>Normal Equation: Terbaik untuk data berdimensi rendah, tetapi rentan gagal pada multikolinearitas tinggi (butuh Ridge Regression).</a:t>
          </a:r>
          <a:endParaRPr lang="en-US"/>
        </a:p>
      </dgm:t>
    </dgm:pt>
    <dgm:pt modelId="{E2C097D1-6224-46EA-B1FD-B821EC9E8E31}" type="parTrans" cxnId="{669AF6D6-8A56-46E5-9BFF-B589393E82A6}">
      <dgm:prSet/>
      <dgm:spPr/>
      <dgm:t>
        <a:bodyPr/>
        <a:lstStyle/>
        <a:p>
          <a:endParaRPr lang="en-US"/>
        </a:p>
      </dgm:t>
    </dgm:pt>
    <dgm:pt modelId="{D8C6E3BD-7831-41A0-9310-C5B74F31ADA8}" type="sibTrans" cxnId="{669AF6D6-8A56-46E5-9BFF-B589393E82A6}">
      <dgm:prSet/>
      <dgm:spPr/>
      <dgm:t>
        <a:bodyPr/>
        <a:lstStyle/>
        <a:p>
          <a:endParaRPr lang="en-US"/>
        </a:p>
      </dgm:t>
    </dgm:pt>
    <dgm:pt modelId="{5B3843E9-5DD1-4ECB-BCB3-28A35B0160DC}">
      <dgm:prSet/>
      <dgm:spPr/>
      <dgm:t>
        <a:bodyPr/>
        <a:lstStyle/>
        <a:p>
          <a:r>
            <a:rPr lang="en-MY"/>
            <a:t>Vanilla GD: Skalabel, namun boros iterasi tanpa optimasi parameter.</a:t>
          </a:r>
          <a:endParaRPr lang="en-US"/>
        </a:p>
      </dgm:t>
    </dgm:pt>
    <dgm:pt modelId="{23EE905E-0B1F-4555-85F6-8EE839FA2A05}" type="parTrans" cxnId="{0DFD3AC2-0890-4D94-9CA6-D8B608255EFB}">
      <dgm:prSet/>
      <dgm:spPr/>
      <dgm:t>
        <a:bodyPr/>
        <a:lstStyle/>
        <a:p>
          <a:endParaRPr lang="en-US"/>
        </a:p>
      </dgm:t>
    </dgm:pt>
    <dgm:pt modelId="{ECCB2324-DB20-42A5-9421-9F6981A23724}" type="sibTrans" cxnId="{0DFD3AC2-0890-4D94-9CA6-D8B608255EFB}">
      <dgm:prSet/>
      <dgm:spPr/>
      <dgm:t>
        <a:bodyPr/>
        <a:lstStyle/>
        <a:p>
          <a:endParaRPr lang="en-US"/>
        </a:p>
      </dgm:t>
    </dgm:pt>
    <dgm:pt modelId="{E9E4F710-E749-42CF-BF41-F0B0EC2C4B57}">
      <dgm:prSet/>
      <dgm:spPr/>
      <dgm:t>
        <a:bodyPr/>
        <a:lstStyle/>
        <a:p>
          <a:r>
            <a:rPr lang="en-MY"/>
            <a:t>Tuned GD: Solusi paling robust—menawarkan stabilitas akurasi, efisiensi konvergensi (early stopping), dan ketahanan pada data multikolinearitas.</a:t>
          </a:r>
          <a:endParaRPr lang="en-US"/>
        </a:p>
      </dgm:t>
    </dgm:pt>
    <dgm:pt modelId="{8E06185D-40A9-4FA5-8B6F-132481ECDC48}" type="parTrans" cxnId="{EF9ED4D3-66CF-42DC-BF87-FC29D2AD3C50}">
      <dgm:prSet/>
      <dgm:spPr/>
      <dgm:t>
        <a:bodyPr/>
        <a:lstStyle/>
        <a:p>
          <a:endParaRPr lang="en-US"/>
        </a:p>
      </dgm:t>
    </dgm:pt>
    <dgm:pt modelId="{240C4432-8504-462A-835B-95A0AFFDCEA8}" type="sibTrans" cxnId="{EF9ED4D3-66CF-42DC-BF87-FC29D2AD3C50}">
      <dgm:prSet/>
      <dgm:spPr/>
      <dgm:t>
        <a:bodyPr/>
        <a:lstStyle/>
        <a:p>
          <a:endParaRPr lang="en-US"/>
        </a:p>
      </dgm:t>
    </dgm:pt>
    <dgm:pt modelId="{168B71D3-0513-4462-8241-E2FF40BEE012}" type="pres">
      <dgm:prSet presAssocID="{CB6912AD-898B-426F-AFE3-F18B8A3356E6}" presName="root" presStyleCnt="0">
        <dgm:presLayoutVars>
          <dgm:dir/>
          <dgm:resizeHandles val="exact"/>
        </dgm:presLayoutVars>
      </dgm:prSet>
      <dgm:spPr/>
    </dgm:pt>
    <dgm:pt modelId="{C558BC7E-3D9C-4251-847F-E4D04793D683}" type="pres">
      <dgm:prSet presAssocID="{6A8434F7-1393-4254-B242-052C05CA8394}" presName="compNode" presStyleCnt="0"/>
      <dgm:spPr/>
    </dgm:pt>
    <dgm:pt modelId="{1460DD42-E537-42B1-8245-3E304DB790F8}" type="pres">
      <dgm:prSet presAssocID="{6A8434F7-1393-4254-B242-052C05CA8394}" presName="bgRect" presStyleLbl="bgShp" presStyleIdx="0" presStyleCnt="3"/>
      <dgm:spPr/>
    </dgm:pt>
    <dgm:pt modelId="{4495977B-BA29-4188-9C28-DFFC5633932F}" type="pres">
      <dgm:prSet presAssocID="{6A8434F7-1393-4254-B242-052C05CA8394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ountains"/>
        </a:ext>
      </dgm:extLst>
    </dgm:pt>
    <dgm:pt modelId="{F15C5E8B-B2C1-4540-8651-3570A9AF86F1}" type="pres">
      <dgm:prSet presAssocID="{6A8434F7-1393-4254-B242-052C05CA8394}" presName="spaceRect" presStyleCnt="0"/>
      <dgm:spPr/>
    </dgm:pt>
    <dgm:pt modelId="{B75438FF-8E43-463F-807E-674234EF75AC}" type="pres">
      <dgm:prSet presAssocID="{6A8434F7-1393-4254-B242-052C05CA8394}" presName="parTx" presStyleLbl="revTx" presStyleIdx="0" presStyleCnt="3">
        <dgm:presLayoutVars>
          <dgm:chMax val="0"/>
          <dgm:chPref val="0"/>
        </dgm:presLayoutVars>
      </dgm:prSet>
      <dgm:spPr/>
    </dgm:pt>
    <dgm:pt modelId="{81941AFC-1A78-4348-92AF-0B3BF89D7D0E}" type="pres">
      <dgm:prSet presAssocID="{D8C6E3BD-7831-41A0-9310-C5B74F31ADA8}" presName="sibTrans" presStyleCnt="0"/>
      <dgm:spPr/>
    </dgm:pt>
    <dgm:pt modelId="{3EE869F5-D6BE-4EA2-8033-C533F4AA7C6B}" type="pres">
      <dgm:prSet presAssocID="{5B3843E9-5DD1-4ECB-BCB3-28A35B0160DC}" presName="compNode" presStyleCnt="0"/>
      <dgm:spPr/>
    </dgm:pt>
    <dgm:pt modelId="{20512847-F1A3-4F75-95F8-431B1E02A426}" type="pres">
      <dgm:prSet presAssocID="{5B3843E9-5DD1-4ECB-BCB3-28A35B0160DC}" presName="bgRect" presStyleLbl="bgShp" presStyleIdx="1" presStyleCnt="3"/>
      <dgm:spPr/>
    </dgm:pt>
    <dgm:pt modelId="{FD8FE402-BB37-466C-97E2-5BCA431A3712}" type="pres">
      <dgm:prSet presAssocID="{5B3843E9-5DD1-4ECB-BCB3-28A35B0160DC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962AF711-E126-4724-9EAC-64C90D541625}" type="pres">
      <dgm:prSet presAssocID="{5B3843E9-5DD1-4ECB-BCB3-28A35B0160DC}" presName="spaceRect" presStyleCnt="0"/>
      <dgm:spPr/>
    </dgm:pt>
    <dgm:pt modelId="{5BF59EE0-85CB-45E2-BD52-935CE8AD0205}" type="pres">
      <dgm:prSet presAssocID="{5B3843E9-5DD1-4ECB-BCB3-28A35B0160DC}" presName="parTx" presStyleLbl="revTx" presStyleIdx="1" presStyleCnt="3">
        <dgm:presLayoutVars>
          <dgm:chMax val="0"/>
          <dgm:chPref val="0"/>
        </dgm:presLayoutVars>
      </dgm:prSet>
      <dgm:spPr/>
    </dgm:pt>
    <dgm:pt modelId="{FF95D8E9-2FAD-4AE7-B3D7-3DF6D38FCAF7}" type="pres">
      <dgm:prSet presAssocID="{ECCB2324-DB20-42A5-9421-9F6981A23724}" presName="sibTrans" presStyleCnt="0"/>
      <dgm:spPr/>
    </dgm:pt>
    <dgm:pt modelId="{3B6866BC-4F96-4E9E-84C0-9C9C4EDA704D}" type="pres">
      <dgm:prSet presAssocID="{E9E4F710-E749-42CF-BF41-F0B0EC2C4B57}" presName="compNode" presStyleCnt="0"/>
      <dgm:spPr/>
    </dgm:pt>
    <dgm:pt modelId="{BF5E431C-B627-469D-90C6-F30ABC6299AA}" type="pres">
      <dgm:prSet presAssocID="{E9E4F710-E749-42CF-BF41-F0B0EC2C4B57}" presName="bgRect" presStyleLbl="bgShp" presStyleIdx="2" presStyleCnt="3"/>
      <dgm:spPr/>
    </dgm:pt>
    <dgm:pt modelId="{6F307DEC-A87C-4412-AAC0-1BDEBF08EE9F}" type="pres">
      <dgm:prSet presAssocID="{E9E4F710-E749-42CF-BF41-F0B0EC2C4B57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Judge"/>
        </a:ext>
      </dgm:extLst>
    </dgm:pt>
    <dgm:pt modelId="{D1105012-008A-4A0C-B710-107CA67125BC}" type="pres">
      <dgm:prSet presAssocID="{E9E4F710-E749-42CF-BF41-F0B0EC2C4B57}" presName="spaceRect" presStyleCnt="0"/>
      <dgm:spPr/>
    </dgm:pt>
    <dgm:pt modelId="{638400CF-2F78-4868-A865-94893234CECE}" type="pres">
      <dgm:prSet presAssocID="{E9E4F710-E749-42CF-BF41-F0B0EC2C4B57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35F8BD5D-C804-46A0-85B5-11416B1A1EE1}" type="presOf" srcId="{6A8434F7-1393-4254-B242-052C05CA8394}" destId="{B75438FF-8E43-463F-807E-674234EF75AC}" srcOrd="0" destOrd="0" presId="urn:microsoft.com/office/officeart/2018/2/layout/IconVerticalSolidList"/>
    <dgm:cxn modelId="{46FA4E72-A6D1-41F5-9180-9EA5E2D6960B}" type="presOf" srcId="{E9E4F710-E749-42CF-BF41-F0B0EC2C4B57}" destId="{638400CF-2F78-4868-A865-94893234CECE}" srcOrd="0" destOrd="0" presId="urn:microsoft.com/office/officeart/2018/2/layout/IconVerticalSolidList"/>
    <dgm:cxn modelId="{0DFD3AC2-0890-4D94-9CA6-D8B608255EFB}" srcId="{CB6912AD-898B-426F-AFE3-F18B8A3356E6}" destId="{5B3843E9-5DD1-4ECB-BCB3-28A35B0160DC}" srcOrd="1" destOrd="0" parTransId="{23EE905E-0B1F-4555-85F6-8EE839FA2A05}" sibTransId="{ECCB2324-DB20-42A5-9421-9F6981A23724}"/>
    <dgm:cxn modelId="{EF9ED4D3-66CF-42DC-BF87-FC29D2AD3C50}" srcId="{CB6912AD-898B-426F-AFE3-F18B8A3356E6}" destId="{E9E4F710-E749-42CF-BF41-F0B0EC2C4B57}" srcOrd="2" destOrd="0" parTransId="{8E06185D-40A9-4FA5-8B6F-132481ECDC48}" sibTransId="{240C4432-8504-462A-835B-95A0AFFDCEA8}"/>
    <dgm:cxn modelId="{669AF6D6-8A56-46E5-9BFF-B589393E82A6}" srcId="{CB6912AD-898B-426F-AFE3-F18B8A3356E6}" destId="{6A8434F7-1393-4254-B242-052C05CA8394}" srcOrd="0" destOrd="0" parTransId="{E2C097D1-6224-46EA-B1FD-B821EC9E8E31}" sibTransId="{D8C6E3BD-7831-41A0-9310-C5B74F31ADA8}"/>
    <dgm:cxn modelId="{C1C5AEE6-7874-4B9D-A803-0B4CAC3DBBE8}" type="presOf" srcId="{5B3843E9-5DD1-4ECB-BCB3-28A35B0160DC}" destId="{5BF59EE0-85CB-45E2-BD52-935CE8AD0205}" srcOrd="0" destOrd="0" presId="urn:microsoft.com/office/officeart/2018/2/layout/IconVerticalSolidList"/>
    <dgm:cxn modelId="{675C18FD-8D30-475D-B9A2-5223DD4F4D84}" type="presOf" srcId="{CB6912AD-898B-426F-AFE3-F18B8A3356E6}" destId="{168B71D3-0513-4462-8241-E2FF40BEE012}" srcOrd="0" destOrd="0" presId="urn:microsoft.com/office/officeart/2018/2/layout/IconVerticalSolidList"/>
    <dgm:cxn modelId="{ED63E5D6-E022-4656-8E5E-8B2512B2A929}" type="presParOf" srcId="{168B71D3-0513-4462-8241-E2FF40BEE012}" destId="{C558BC7E-3D9C-4251-847F-E4D04793D683}" srcOrd="0" destOrd="0" presId="urn:microsoft.com/office/officeart/2018/2/layout/IconVerticalSolidList"/>
    <dgm:cxn modelId="{C85F4A74-1CFE-4A7B-BC99-BCC1967C214C}" type="presParOf" srcId="{C558BC7E-3D9C-4251-847F-E4D04793D683}" destId="{1460DD42-E537-42B1-8245-3E304DB790F8}" srcOrd="0" destOrd="0" presId="urn:microsoft.com/office/officeart/2018/2/layout/IconVerticalSolidList"/>
    <dgm:cxn modelId="{619029E3-B012-4BDC-8CFE-4FA40017C3C4}" type="presParOf" srcId="{C558BC7E-3D9C-4251-847F-E4D04793D683}" destId="{4495977B-BA29-4188-9C28-DFFC5633932F}" srcOrd="1" destOrd="0" presId="urn:microsoft.com/office/officeart/2018/2/layout/IconVerticalSolidList"/>
    <dgm:cxn modelId="{812B777E-DF9F-439F-9E06-B556B25771AF}" type="presParOf" srcId="{C558BC7E-3D9C-4251-847F-E4D04793D683}" destId="{F15C5E8B-B2C1-4540-8651-3570A9AF86F1}" srcOrd="2" destOrd="0" presId="urn:microsoft.com/office/officeart/2018/2/layout/IconVerticalSolidList"/>
    <dgm:cxn modelId="{CCD6F062-2191-425B-90DD-5531E879F791}" type="presParOf" srcId="{C558BC7E-3D9C-4251-847F-E4D04793D683}" destId="{B75438FF-8E43-463F-807E-674234EF75AC}" srcOrd="3" destOrd="0" presId="urn:microsoft.com/office/officeart/2018/2/layout/IconVerticalSolidList"/>
    <dgm:cxn modelId="{B4A05BD3-DB7B-43F0-8053-B3522193B5D0}" type="presParOf" srcId="{168B71D3-0513-4462-8241-E2FF40BEE012}" destId="{81941AFC-1A78-4348-92AF-0B3BF89D7D0E}" srcOrd="1" destOrd="0" presId="urn:microsoft.com/office/officeart/2018/2/layout/IconVerticalSolidList"/>
    <dgm:cxn modelId="{335EF0FB-C794-45AE-B9C9-19D1EC340DCA}" type="presParOf" srcId="{168B71D3-0513-4462-8241-E2FF40BEE012}" destId="{3EE869F5-D6BE-4EA2-8033-C533F4AA7C6B}" srcOrd="2" destOrd="0" presId="urn:microsoft.com/office/officeart/2018/2/layout/IconVerticalSolidList"/>
    <dgm:cxn modelId="{00F32A39-CCA5-46E5-BA23-CAF6462062EE}" type="presParOf" srcId="{3EE869F5-D6BE-4EA2-8033-C533F4AA7C6B}" destId="{20512847-F1A3-4F75-95F8-431B1E02A426}" srcOrd="0" destOrd="0" presId="urn:microsoft.com/office/officeart/2018/2/layout/IconVerticalSolidList"/>
    <dgm:cxn modelId="{80A19C2B-9A10-4AB0-B3D6-5E3F2557A33F}" type="presParOf" srcId="{3EE869F5-D6BE-4EA2-8033-C533F4AA7C6B}" destId="{FD8FE402-BB37-466C-97E2-5BCA431A3712}" srcOrd="1" destOrd="0" presId="urn:microsoft.com/office/officeart/2018/2/layout/IconVerticalSolidList"/>
    <dgm:cxn modelId="{D5A689BA-E990-43E8-B121-DFAA92702EB2}" type="presParOf" srcId="{3EE869F5-D6BE-4EA2-8033-C533F4AA7C6B}" destId="{962AF711-E126-4724-9EAC-64C90D541625}" srcOrd="2" destOrd="0" presId="urn:microsoft.com/office/officeart/2018/2/layout/IconVerticalSolidList"/>
    <dgm:cxn modelId="{46CD990C-21E5-406B-BC14-0AB7B7E6EBCA}" type="presParOf" srcId="{3EE869F5-D6BE-4EA2-8033-C533F4AA7C6B}" destId="{5BF59EE0-85CB-45E2-BD52-935CE8AD0205}" srcOrd="3" destOrd="0" presId="urn:microsoft.com/office/officeart/2018/2/layout/IconVerticalSolidList"/>
    <dgm:cxn modelId="{C2781C6E-8C9C-40EC-960E-9E751F96E4E9}" type="presParOf" srcId="{168B71D3-0513-4462-8241-E2FF40BEE012}" destId="{FF95D8E9-2FAD-4AE7-B3D7-3DF6D38FCAF7}" srcOrd="3" destOrd="0" presId="urn:microsoft.com/office/officeart/2018/2/layout/IconVerticalSolidList"/>
    <dgm:cxn modelId="{4E16CDC1-A2A9-4731-A941-091ADFC4B7F0}" type="presParOf" srcId="{168B71D3-0513-4462-8241-E2FF40BEE012}" destId="{3B6866BC-4F96-4E9E-84C0-9C9C4EDA704D}" srcOrd="4" destOrd="0" presId="urn:microsoft.com/office/officeart/2018/2/layout/IconVerticalSolidList"/>
    <dgm:cxn modelId="{63C96A85-D425-4C38-826E-14A8B2227D4F}" type="presParOf" srcId="{3B6866BC-4F96-4E9E-84C0-9C9C4EDA704D}" destId="{BF5E431C-B627-469D-90C6-F30ABC6299AA}" srcOrd="0" destOrd="0" presId="urn:microsoft.com/office/officeart/2018/2/layout/IconVerticalSolidList"/>
    <dgm:cxn modelId="{13EE42CD-E769-42D6-A924-7CF122543BF3}" type="presParOf" srcId="{3B6866BC-4F96-4E9E-84C0-9C9C4EDA704D}" destId="{6F307DEC-A87C-4412-AAC0-1BDEBF08EE9F}" srcOrd="1" destOrd="0" presId="urn:microsoft.com/office/officeart/2018/2/layout/IconVerticalSolidList"/>
    <dgm:cxn modelId="{C701503D-D7AA-4DF5-A984-4AF5C0878CE7}" type="presParOf" srcId="{3B6866BC-4F96-4E9E-84C0-9C9C4EDA704D}" destId="{D1105012-008A-4A0C-B710-107CA67125BC}" srcOrd="2" destOrd="0" presId="urn:microsoft.com/office/officeart/2018/2/layout/IconVerticalSolidList"/>
    <dgm:cxn modelId="{EBA4BE62-15D0-452D-803E-77F44EDBB9CF}" type="presParOf" srcId="{3B6866BC-4F96-4E9E-84C0-9C9C4EDA704D}" destId="{638400CF-2F78-4868-A865-94893234CEC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097716C-6079-41F4-A56F-26DECA8AF27F}">
      <dsp:nvSpPr>
        <dsp:cNvPr id="0" name=""/>
        <dsp:cNvSpPr/>
      </dsp:nvSpPr>
      <dsp:spPr>
        <a:xfrm>
          <a:off x="0" y="12862"/>
          <a:ext cx="6666833" cy="1761398"/>
        </a:xfrm>
        <a:prstGeom prst="roundRect">
          <a:avLst/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500" kern="1200"/>
            <a:t>Dilema Trade-off: Solusi eksak matriks (Normal Equation) vs skalabilitas iteratif (Gradient Descent).</a:t>
          </a:r>
          <a:endParaRPr lang="en-US" sz="2500" kern="1200"/>
        </a:p>
      </dsp:txBody>
      <dsp:txXfrm>
        <a:off x="85984" y="98846"/>
        <a:ext cx="6494865" cy="1589430"/>
      </dsp:txXfrm>
    </dsp:sp>
    <dsp:sp modelId="{7EE2F781-AB50-4E75-8E21-C0F78219196E}">
      <dsp:nvSpPr>
        <dsp:cNvPr id="0" name=""/>
        <dsp:cNvSpPr/>
      </dsp:nvSpPr>
      <dsp:spPr>
        <a:xfrm>
          <a:off x="0" y="1846260"/>
          <a:ext cx="6666833" cy="1761398"/>
        </a:xfrm>
        <a:prstGeom prst="roundRect">
          <a:avLst/>
        </a:prstGeom>
        <a:gradFill rotWithShape="0">
          <a:gsLst>
            <a:gs pos="0">
              <a:schemeClr val="accent5">
                <a:hueOff val="-6076075"/>
                <a:satOff val="-413"/>
                <a:lumOff val="98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6076075"/>
                <a:satOff val="-413"/>
                <a:lumOff val="98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6076075"/>
                <a:satOff val="-413"/>
                <a:lumOff val="98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500" kern="1200"/>
            <a:t>Gap Penelitian: Pengujian di Python mengaburkan konsumsi memori asli perangkat keras; diperlukan implementasi C++ from scratch.</a:t>
          </a:r>
          <a:endParaRPr lang="en-US" sz="2500" kern="1200"/>
        </a:p>
      </dsp:txBody>
      <dsp:txXfrm>
        <a:off x="85984" y="1932244"/>
        <a:ext cx="6494865" cy="1589430"/>
      </dsp:txXfrm>
    </dsp:sp>
    <dsp:sp modelId="{371B4E9F-BFFB-485B-BF51-2292FD6BC875}">
      <dsp:nvSpPr>
        <dsp:cNvPr id="0" name=""/>
        <dsp:cNvSpPr/>
      </dsp:nvSpPr>
      <dsp:spPr>
        <a:xfrm>
          <a:off x="0" y="3679659"/>
          <a:ext cx="6666833" cy="1761398"/>
        </a:xfrm>
        <a:prstGeom prst="roundRect">
          <a:avLst/>
        </a:prstGeom>
        <a:gradFill rotWithShape="0">
          <a:gsLst>
            <a:gs pos="0">
              <a:schemeClr val="accent5">
                <a:hueOff val="-12152150"/>
                <a:satOff val="-826"/>
                <a:lumOff val="1961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-12152150"/>
                <a:satOff val="-826"/>
                <a:lumOff val="1961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-12152150"/>
                <a:satOff val="-826"/>
                <a:lumOff val="1961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l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500" kern="1200"/>
            <a:t>Tujuan: Menguji efisiensi memori/waktu, pengaruh early stopping, dan dampak multikolinearitas.</a:t>
          </a:r>
          <a:endParaRPr lang="en-US" sz="2500" kern="1200"/>
        </a:p>
      </dsp:txBody>
      <dsp:txXfrm>
        <a:off x="85984" y="3765643"/>
        <a:ext cx="6494865" cy="1589430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BC1779-E82D-4105-892A-8F5A23C86F88}">
      <dsp:nvSpPr>
        <dsp:cNvPr id="0" name=""/>
        <dsp:cNvSpPr/>
      </dsp:nvSpPr>
      <dsp:spPr>
        <a:xfrm>
          <a:off x="3414" y="137274"/>
          <a:ext cx="3329572" cy="105247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900" kern="1200" dirty="0"/>
            <a:t>Normal Equation: O(m.n^2 + n^3)</a:t>
          </a:r>
          <a:endParaRPr lang="en-US" sz="2900" kern="1200" dirty="0"/>
        </a:p>
      </dsp:txBody>
      <dsp:txXfrm>
        <a:off x="3414" y="137274"/>
        <a:ext cx="3329572" cy="1052475"/>
      </dsp:txXfrm>
    </dsp:sp>
    <dsp:sp modelId="{27FD2684-E4FB-4550-B929-08592A3EA03C}">
      <dsp:nvSpPr>
        <dsp:cNvPr id="0" name=""/>
        <dsp:cNvSpPr/>
      </dsp:nvSpPr>
      <dsp:spPr>
        <a:xfrm>
          <a:off x="3414" y="1189750"/>
          <a:ext cx="3329572" cy="2865780"/>
        </a:xfrm>
        <a:prstGeom prst="rect">
          <a:avLst/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2900" kern="1200" dirty="0" err="1"/>
            <a:t>Cepat</a:t>
          </a:r>
          <a:r>
            <a:rPr lang="en-MY" sz="2900" kern="1200" dirty="0"/>
            <a:t> </a:t>
          </a:r>
          <a:r>
            <a:rPr lang="en-MY" sz="2900" kern="1200" dirty="0" err="1"/>
            <a:t>untuk</a:t>
          </a:r>
          <a:r>
            <a:rPr lang="en-MY" sz="2900" kern="1200" dirty="0"/>
            <a:t> </a:t>
          </a:r>
          <a:r>
            <a:rPr lang="en-MY" sz="2900" kern="1200" dirty="0" err="1"/>
            <a:t>fitur</a:t>
          </a:r>
          <a:r>
            <a:rPr lang="en-MY" sz="2900" kern="1200" dirty="0"/>
            <a:t> </a:t>
          </a:r>
          <a:r>
            <a:rPr lang="en-MY" sz="2900" kern="1200" dirty="0" err="1"/>
            <a:t>sedikit</a:t>
          </a:r>
          <a:r>
            <a:rPr lang="en-MY" sz="2900" kern="1200" dirty="0"/>
            <a:t>, </a:t>
          </a:r>
          <a:r>
            <a:rPr lang="en-MY" sz="2900" kern="1200" dirty="0" err="1"/>
            <a:t>namun</a:t>
          </a:r>
          <a:r>
            <a:rPr lang="en-MY" sz="2900" kern="1200" dirty="0"/>
            <a:t> </a:t>
          </a:r>
          <a:r>
            <a:rPr lang="en-MY" sz="2900" kern="1200" dirty="0" err="1"/>
            <a:t>gagal</a:t>
          </a:r>
          <a:r>
            <a:rPr lang="en-MY" sz="2900" kern="1200" dirty="0"/>
            <a:t> </a:t>
          </a:r>
          <a:r>
            <a:rPr lang="en-MY" sz="2900" kern="1200" dirty="0" err="1"/>
            <a:t>jika</a:t>
          </a:r>
          <a:r>
            <a:rPr lang="en-MY" sz="2900" kern="1200" dirty="0"/>
            <a:t> </a:t>
          </a:r>
          <a:r>
            <a:rPr lang="en-MY" sz="2900" kern="1200" dirty="0" err="1"/>
            <a:t>matriks</a:t>
          </a:r>
          <a:r>
            <a:rPr lang="en-MY" sz="2900" kern="1200" dirty="0"/>
            <a:t> singular (</a:t>
          </a:r>
          <a:r>
            <a:rPr lang="en-MY" sz="2900" kern="1200" dirty="0" err="1"/>
            <a:t>determinan</a:t>
          </a:r>
          <a:r>
            <a:rPr lang="en-MY" sz="2900" kern="1200" dirty="0"/>
            <a:t> </a:t>
          </a:r>
          <a:r>
            <a:rPr lang="en-MY" sz="2900" kern="1200" dirty="0" err="1"/>
            <a:t>nol</a:t>
          </a:r>
          <a:r>
            <a:rPr lang="en-MY" sz="2900" kern="1200" dirty="0"/>
            <a:t>).</a:t>
          </a:r>
          <a:endParaRPr lang="en-US" sz="2900" kern="1200" dirty="0"/>
        </a:p>
      </dsp:txBody>
      <dsp:txXfrm>
        <a:off x="3414" y="1189750"/>
        <a:ext cx="3329572" cy="2865780"/>
      </dsp:txXfrm>
    </dsp:sp>
    <dsp:sp modelId="{B392A608-A230-4DDE-B581-8A7666609142}">
      <dsp:nvSpPr>
        <dsp:cNvPr id="0" name=""/>
        <dsp:cNvSpPr/>
      </dsp:nvSpPr>
      <dsp:spPr>
        <a:xfrm>
          <a:off x="3799128" y="137274"/>
          <a:ext cx="3329572" cy="1052475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900" kern="1200" dirty="0"/>
            <a:t>Vanilla GD: O(</a:t>
          </a:r>
          <a:r>
            <a:rPr lang="en-MY" sz="2900" kern="1200" dirty="0" err="1"/>
            <a:t>K.m.</a:t>
          </a:r>
          <a:r>
            <a:rPr lang="en-MY" sz="2900" kern="1200" err="1"/>
            <a:t>n</a:t>
          </a:r>
          <a:r>
            <a:rPr lang="en-MY" sz="2900" kern="1200"/>
            <a:t>)</a:t>
          </a:r>
          <a:endParaRPr lang="en-US" sz="2900" kern="1200" dirty="0"/>
        </a:p>
      </dsp:txBody>
      <dsp:txXfrm>
        <a:off x="3799128" y="137274"/>
        <a:ext cx="3329572" cy="1052475"/>
      </dsp:txXfrm>
    </dsp:sp>
    <dsp:sp modelId="{5C39A55F-B3D3-4C3C-9221-207885947B43}">
      <dsp:nvSpPr>
        <dsp:cNvPr id="0" name=""/>
        <dsp:cNvSpPr/>
      </dsp:nvSpPr>
      <dsp:spPr>
        <a:xfrm>
          <a:off x="3799128" y="1189750"/>
          <a:ext cx="3329572" cy="2865780"/>
        </a:xfrm>
        <a:prstGeom prst="rect">
          <a:avLst/>
        </a:prstGeom>
        <a:solidFill>
          <a:schemeClr val="accent3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2900" kern="1200" dirty="0" err="1"/>
            <a:t>Skalabel</a:t>
          </a:r>
          <a:r>
            <a:rPr lang="en-MY" sz="2900" kern="1200" dirty="0"/>
            <a:t> </a:t>
          </a:r>
          <a:r>
            <a:rPr lang="en-MY" sz="2900" kern="1200" dirty="0" err="1"/>
            <a:t>untuk</a:t>
          </a:r>
          <a:r>
            <a:rPr lang="en-MY" sz="2900" kern="1200" dirty="0"/>
            <a:t> data </a:t>
          </a:r>
          <a:r>
            <a:rPr lang="en-MY" sz="2900" kern="1200" dirty="0" err="1"/>
            <a:t>besar</a:t>
          </a:r>
          <a:r>
            <a:rPr lang="en-MY" sz="2900" kern="1200" dirty="0"/>
            <a:t>, </a:t>
          </a:r>
          <a:r>
            <a:rPr lang="en-MY" sz="2900" kern="1200" dirty="0" err="1"/>
            <a:t>tetapi</a:t>
          </a:r>
          <a:r>
            <a:rPr lang="en-MY" sz="2900" kern="1200" dirty="0"/>
            <a:t> sangat </a:t>
          </a:r>
          <a:r>
            <a:rPr lang="en-MY" sz="2900" kern="1200" dirty="0" err="1"/>
            <a:t>sensitif</a:t>
          </a:r>
          <a:r>
            <a:rPr lang="en-MY" sz="2900" kern="1200" dirty="0"/>
            <a:t> </a:t>
          </a:r>
          <a:r>
            <a:rPr lang="en-MY" sz="2900" kern="1200" dirty="0" err="1"/>
            <a:t>terhadap</a:t>
          </a:r>
          <a:r>
            <a:rPr lang="en-MY" sz="2900" kern="1200" dirty="0"/>
            <a:t> </a:t>
          </a:r>
          <a:r>
            <a:rPr lang="en-MY" sz="2900" kern="1200" dirty="0" err="1"/>
            <a:t>pilihan</a:t>
          </a:r>
          <a:r>
            <a:rPr lang="en-MY" sz="2900" kern="1200" dirty="0"/>
            <a:t> learning rate.</a:t>
          </a:r>
          <a:endParaRPr lang="en-US" sz="2900" kern="1200" dirty="0"/>
        </a:p>
      </dsp:txBody>
      <dsp:txXfrm>
        <a:off x="3799128" y="1189750"/>
        <a:ext cx="3329572" cy="2865780"/>
      </dsp:txXfrm>
    </dsp:sp>
    <dsp:sp modelId="{F9BF31EC-9000-4221-A960-E08209BE8117}">
      <dsp:nvSpPr>
        <dsp:cNvPr id="0" name=""/>
        <dsp:cNvSpPr/>
      </dsp:nvSpPr>
      <dsp:spPr>
        <a:xfrm>
          <a:off x="7594841" y="137274"/>
          <a:ext cx="3329572" cy="105247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6248" tIns="117856" rIns="206248" bIns="117856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900" kern="1200" dirty="0"/>
            <a:t>Tuned GD: O(</a:t>
          </a:r>
          <a:r>
            <a:rPr lang="en-MY" sz="2900" kern="1200" dirty="0" err="1"/>
            <a:t>L.I.K_max.m.</a:t>
          </a:r>
          <a:r>
            <a:rPr lang="en-MY" sz="2900" kern="1200" err="1"/>
            <a:t>n</a:t>
          </a:r>
          <a:r>
            <a:rPr lang="en-MY" sz="2900" kern="1200"/>
            <a:t>)</a:t>
          </a:r>
          <a:endParaRPr lang="en-US" sz="2900" kern="1200" dirty="0"/>
        </a:p>
      </dsp:txBody>
      <dsp:txXfrm>
        <a:off x="7594841" y="137274"/>
        <a:ext cx="3329572" cy="1052475"/>
      </dsp:txXfrm>
    </dsp:sp>
    <dsp:sp modelId="{5E6980CC-2313-4779-AD35-8F46C27ECFC2}">
      <dsp:nvSpPr>
        <dsp:cNvPr id="0" name=""/>
        <dsp:cNvSpPr/>
      </dsp:nvSpPr>
      <dsp:spPr>
        <a:xfrm>
          <a:off x="7594841" y="1189750"/>
          <a:ext cx="3329572" cy="2865780"/>
        </a:xfrm>
        <a:prstGeom prst="rect">
          <a:avLst/>
        </a:prstGeom>
        <a:solidFill>
          <a:schemeClr val="accent4">
            <a:tint val="40000"/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4686" tIns="154686" rIns="206248" bIns="232029" numCol="1" spcCol="1270" anchor="t" anchorCtr="0">
          <a:noAutofit/>
        </a:bodyPr>
        <a:lstStyle/>
        <a:p>
          <a:pPr marL="285750" lvl="1" indent="-285750" algn="l" defTabSz="12890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MY" sz="2900" kern="1200"/>
            <a:t>Beban komputasi tinggi di awal (Grid Search) demi stabilitas akurasi optimal.</a:t>
          </a:r>
          <a:endParaRPr lang="en-US" sz="2900" kern="1200" dirty="0"/>
        </a:p>
      </dsp:txBody>
      <dsp:txXfrm>
        <a:off x="7594841" y="1189750"/>
        <a:ext cx="3329572" cy="286578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6571330-8E11-46A8-98AD-E775DB58FE69}">
      <dsp:nvSpPr>
        <dsp:cNvPr id="0" name=""/>
        <dsp:cNvSpPr/>
      </dsp:nvSpPr>
      <dsp:spPr>
        <a:xfrm>
          <a:off x="0" y="4366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4294C86-5B50-4EAA-AF41-6314C2F42296}">
      <dsp:nvSpPr>
        <dsp:cNvPr id="0" name=""/>
        <dsp:cNvSpPr/>
      </dsp:nvSpPr>
      <dsp:spPr>
        <a:xfrm>
          <a:off x="281355" y="213639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C1B605-ACB0-4AC3-AA7D-3A4FE125391A}">
      <dsp:nvSpPr>
        <dsp:cNvPr id="0" name=""/>
        <dsp:cNvSpPr/>
      </dsp:nvSpPr>
      <dsp:spPr>
        <a:xfrm>
          <a:off x="1074268" y="4366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/>
            <a:t>Arsitektur C++ OOP: Pemisahan ketat antara preprocessing, model, dan evaluasi.</a:t>
          </a:r>
          <a:endParaRPr lang="en-US" sz="1700" kern="1200"/>
        </a:p>
      </dsp:txBody>
      <dsp:txXfrm>
        <a:off x="1074268" y="4366"/>
        <a:ext cx="5170996" cy="930102"/>
      </dsp:txXfrm>
    </dsp:sp>
    <dsp:sp modelId="{6FD62ABC-6DED-434B-B360-5C8C159277DA}">
      <dsp:nvSpPr>
        <dsp:cNvPr id="0" name=""/>
        <dsp:cNvSpPr/>
      </dsp:nvSpPr>
      <dsp:spPr>
        <a:xfrm>
          <a:off x="0" y="1166994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8AACE6-51CA-4A97-924B-1F0783A3E0C7}">
      <dsp:nvSpPr>
        <dsp:cNvPr id="0" name=""/>
        <dsp:cNvSpPr/>
      </dsp:nvSpPr>
      <dsp:spPr>
        <a:xfrm>
          <a:off x="281355" y="1376267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50B1FA5-B88F-44FD-9049-381D36CADF6C}">
      <dsp:nvSpPr>
        <dsp:cNvPr id="0" name=""/>
        <dsp:cNvSpPr/>
      </dsp:nvSpPr>
      <dsp:spPr>
        <a:xfrm>
          <a:off x="1074268" y="1166994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/>
            <a:t>Metrik Uji: Waktu (&lt;chrono&gt;), Memori RAM (Windows API), dan Akurasi (MSE, RMSE, MAE, R^2).</a:t>
          </a:r>
          <a:endParaRPr lang="en-US" sz="1700" kern="1200"/>
        </a:p>
      </dsp:txBody>
      <dsp:txXfrm>
        <a:off x="1074268" y="1166994"/>
        <a:ext cx="5170996" cy="930102"/>
      </dsp:txXfrm>
    </dsp:sp>
    <dsp:sp modelId="{880A247A-69D8-41AF-9F00-D57CADE45FF2}">
      <dsp:nvSpPr>
        <dsp:cNvPr id="0" name=""/>
        <dsp:cNvSpPr/>
      </dsp:nvSpPr>
      <dsp:spPr>
        <a:xfrm>
          <a:off x="0" y="2329622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64CAEE8-6731-44B8-A3B5-1CD990FC346A}">
      <dsp:nvSpPr>
        <dsp:cNvPr id="0" name=""/>
        <dsp:cNvSpPr/>
      </dsp:nvSpPr>
      <dsp:spPr>
        <a:xfrm>
          <a:off x="281355" y="2538895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6B03D9-E340-4CA2-B44A-EF9DC5C31145}">
      <dsp:nvSpPr>
        <dsp:cNvPr id="0" name=""/>
        <dsp:cNvSpPr/>
      </dsp:nvSpPr>
      <dsp:spPr>
        <a:xfrm>
          <a:off x="1074268" y="2329622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/>
            <a:t>Karakteristik Data:</a:t>
          </a:r>
          <a:endParaRPr lang="en-US" sz="1700" kern="1200"/>
        </a:p>
      </dsp:txBody>
      <dsp:txXfrm>
        <a:off x="1074268" y="2329622"/>
        <a:ext cx="5170996" cy="930102"/>
      </dsp:txXfrm>
    </dsp:sp>
    <dsp:sp modelId="{0921C9BC-DFC9-476E-83B3-486B30726ED5}">
      <dsp:nvSpPr>
        <dsp:cNvPr id="0" name=""/>
        <dsp:cNvSpPr/>
      </dsp:nvSpPr>
      <dsp:spPr>
        <a:xfrm>
          <a:off x="0" y="3492250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7484BD-C9F6-4F12-B35A-7D5D12481F23}">
      <dsp:nvSpPr>
        <dsp:cNvPr id="0" name=""/>
        <dsp:cNvSpPr/>
      </dsp:nvSpPr>
      <dsp:spPr>
        <a:xfrm>
          <a:off x="281355" y="3701523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B13FB02-2D03-4370-9EEC-A0B6A5E342EE}">
      <dsp:nvSpPr>
        <dsp:cNvPr id="0" name=""/>
        <dsp:cNvSpPr/>
      </dsp:nvSpPr>
      <dsp:spPr>
        <a:xfrm>
          <a:off x="1074268" y="3492250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/>
            <a:t>- Dataset 1 (Energy): 48.024 baris, 7 fitur (Sampel tinggi, dimensi rendah).</a:t>
          </a:r>
          <a:endParaRPr lang="en-US" sz="1700" kern="1200"/>
        </a:p>
      </dsp:txBody>
      <dsp:txXfrm>
        <a:off x="1074268" y="3492250"/>
        <a:ext cx="5170996" cy="930102"/>
      </dsp:txXfrm>
    </dsp:sp>
    <dsp:sp modelId="{2112CAB0-F140-404C-BCA9-40A3DE4D654F}">
      <dsp:nvSpPr>
        <dsp:cNvPr id="0" name=""/>
        <dsp:cNvSpPr/>
      </dsp:nvSpPr>
      <dsp:spPr>
        <a:xfrm>
          <a:off x="0" y="4654878"/>
          <a:ext cx="6245265" cy="930102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BE7DDA-BF30-481A-854A-5BA5B98CABFA}">
      <dsp:nvSpPr>
        <dsp:cNvPr id="0" name=""/>
        <dsp:cNvSpPr/>
      </dsp:nvSpPr>
      <dsp:spPr>
        <a:xfrm>
          <a:off x="281355" y="4864151"/>
          <a:ext cx="511556" cy="51155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A60244E-E964-45B3-84E9-D98EFEB5229E}">
      <dsp:nvSpPr>
        <dsp:cNvPr id="0" name=""/>
        <dsp:cNvSpPr/>
      </dsp:nvSpPr>
      <dsp:spPr>
        <a:xfrm>
          <a:off x="1074268" y="4654878"/>
          <a:ext cx="5170996" cy="9301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8436" tIns="98436" rIns="98436" bIns="98436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1700" kern="1200"/>
            <a:t>- Dataset 2 (Komoditas): 781 baris, 43 kolom (Multikolinearitas tinggi).</a:t>
          </a:r>
          <a:endParaRPr lang="en-US" sz="1700" kern="1200"/>
        </a:p>
      </dsp:txBody>
      <dsp:txXfrm>
        <a:off x="1074268" y="4654878"/>
        <a:ext cx="5170996" cy="930102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CEA3FB9-ED97-440F-962B-F3C51ACE369B}">
      <dsp:nvSpPr>
        <dsp:cNvPr id="0" name=""/>
        <dsp:cNvSpPr/>
      </dsp:nvSpPr>
      <dsp:spPr>
        <a:xfrm>
          <a:off x="853" y="21822"/>
          <a:ext cx="3457633" cy="4149160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37" tIns="0" rIns="341537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200" kern="1200"/>
            <a:t>Akurasi (R^2 ~0.93): Normal Equation paling eksak (MSE: 2416.29). Tuned GD (2416.35) berhasil memangkas error Vanilla GD (2416.49).</a:t>
          </a:r>
          <a:endParaRPr lang="en-US" sz="2200" kern="1200"/>
        </a:p>
      </dsp:txBody>
      <dsp:txXfrm>
        <a:off x="853" y="1681486"/>
        <a:ext cx="3457633" cy="2489496"/>
      </dsp:txXfrm>
    </dsp:sp>
    <dsp:sp modelId="{37419F8D-A8E0-41E3-AF0E-C32F6D471BAD}">
      <dsp:nvSpPr>
        <dsp:cNvPr id="0" name=""/>
        <dsp:cNvSpPr/>
      </dsp:nvSpPr>
      <dsp:spPr>
        <a:xfrm>
          <a:off x="853" y="21822"/>
          <a:ext cx="3457633" cy="16596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37" tIns="165100" rIns="34153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01</a:t>
          </a:r>
        </a:p>
      </dsp:txBody>
      <dsp:txXfrm>
        <a:off x="853" y="21822"/>
        <a:ext cx="3457633" cy="1659664"/>
      </dsp:txXfrm>
    </dsp:sp>
    <dsp:sp modelId="{BB985DF9-0E4D-40DC-960F-17A75144EE9F}">
      <dsp:nvSpPr>
        <dsp:cNvPr id="0" name=""/>
        <dsp:cNvSpPr/>
      </dsp:nvSpPr>
      <dsp:spPr>
        <a:xfrm>
          <a:off x="3735097" y="21822"/>
          <a:ext cx="3457633" cy="414916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37" tIns="0" rIns="341537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200" kern="1200"/>
            <a:t>Kecepatan Komputasi: Normal Equation instan (~0.25 detik). Tuned GD terlama (~200 detik) karena proses Grid Search.</a:t>
          </a:r>
          <a:endParaRPr lang="en-US" sz="2200" kern="1200"/>
        </a:p>
      </dsp:txBody>
      <dsp:txXfrm>
        <a:off x="3735097" y="1681486"/>
        <a:ext cx="3457633" cy="2489496"/>
      </dsp:txXfrm>
    </dsp:sp>
    <dsp:sp modelId="{EA08D74B-841F-44CB-9D16-F37A2D482610}">
      <dsp:nvSpPr>
        <dsp:cNvPr id="0" name=""/>
        <dsp:cNvSpPr/>
      </dsp:nvSpPr>
      <dsp:spPr>
        <a:xfrm>
          <a:off x="3735097" y="21822"/>
          <a:ext cx="3457633" cy="16596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37" tIns="165100" rIns="34153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02</a:t>
          </a:r>
        </a:p>
      </dsp:txBody>
      <dsp:txXfrm>
        <a:off x="3735097" y="21822"/>
        <a:ext cx="3457633" cy="1659664"/>
      </dsp:txXfrm>
    </dsp:sp>
    <dsp:sp modelId="{8AACB73A-6C9A-4E84-95C7-679D8780A9B2}">
      <dsp:nvSpPr>
        <dsp:cNvPr id="0" name=""/>
        <dsp:cNvSpPr/>
      </dsp:nvSpPr>
      <dsp:spPr>
        <a:xfrm>
          <a:off x="7469341" y="21822"/>
          <a:ext cx="3457633" cy="4149160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37" tIns="0" rIns="341537" bIns="33020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200" kern="1200"/>
            <a:t>Efisiensi Iterasi: Berkat early stopping, Tuned GD konvergen hanya dalam 540 iterasi, jauh mengungguli Vanilla GD yang terjebak di 4700 iterasi.</a:t>
          </a:r>
          <a:endParaRPr lang="en-US" sz="2200" kern="1200"/>
        </a:p>
      </dsp:txBody>
      <dsp:txXfrm>
        <a:off x="7469341" y="1681486"/>
        <a:ext cx="3457633" cy="2489496"/>
      </dsp:txXfrm>
    </dsp:sp>
    <dsp:sp modelId="{0D1C63B5-B5D0-4A4A-B30E-4DB347A7469B}">
      <dsp:nvSpPr>
        <dsp:cNvPr id="0" name=""/>
        <dsp:cNvSpPr/>
      </dsp:nvSpPr>
      <dsp:spPr>
        <a:xfrm>
          <a:off x="7469341" y="21822"/>
          <a:ext cx="3457633" cy="1659664"/>
        </a:xfrm>
        <a:prstGeom prst="rect">
          <a:avLst/>
        </a:prstGeom>
        <a:noFill/>
        <a:ln w="19050" cap="flat" cmpd="sng" algn="ctr">
          <a:noFill/>
          <a:prstDash val="solid"/>
          <a:miter lim="800000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1537" tIns="165100" rIns="341537" bIns="165100" numCol="1" spcCol="1270" anchor="ctr" anchorCtr="0">
          <a:noAutofit/>
        </a:bodyPr>
        <a:lstStyle/>
        <a:p>
          <a:pPr marL="0" lvl="0" indent="0" algn="l" defTabSz="2933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6600" kern="1200"/>
            <a:t>03</a:t>
          </a:r>
        </a:p>
      </dsp:txBody>
      <dsp:txXfrm>
        <a:off x="7469341" y="21822"/>
        <a:ext cx="3457633" cy="165966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460DD42-E537-42B1-8245-3E304DB790F8}">
      <dsp:nvSpPr>
        <dsp:cNvPr id="0" name=""/>
        <dsp:cNvSpPr/>
      </dsp:nvSpPr>
      <dsp:spPr>
        <a:xfrm>
          <a:off x="0" y="531"/>
          <a:ext cx="10515600" cy="1244702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95977B-BA29-4188-9C28-DFFC5633932F}">
      <dsp:nvSpPr>
        <dsp:cNvPr id="0" name=""/>
        <dsp:cNvSpPr/>
      </dsp:nvSpPr>
      <dsp:spPr>
        <a:xfrm>
          <a:off x="376522" y="280590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75438FF-8E43-463F-807E-674234EF75AC}">
      <dsp:nvSpPr>
        <dsp:cNvPr id="0" name=""/>
        <dsp:cNvSpPr/>
      </dsp:nvSpPr>
      <dsp:spPr>
        <a:xfrm>
          <a:off x="1437631" y="531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300" kern="1200"/>
            <a:t>Normal Equation: Terbaik untuk data berdimensi rendah, tetapi rentan gagal pada multikolinearitas tinggi (butuh Ridge Regression).</a:t>
          </a:r>
          <a:endParaRPr lang="en-US" sz="2300" kern="1200"/>
        </a:p>
      </dsp:txBody>
      <dsp:txXfrm>
        <a:off x="1437631" y="531"/>
        <a:ext cx="9077968" cy="1244702"/>
      </dsp:txXfrm>
    </dsp:sp>
    <dsp:sp modelId="{20512847-F1A3-4F75-95F8-431B1E02A426}">
      <dsp:nvSpPr>
        <dsp:cNvPr id="0" name=""/>
        <dsp:cNvSpPr/>
      </dsp:nvSpPr>
      <dsp:spPr>
        <a:xfrm>
          <a:off x="0" y="1556410"/>
          <a:ext cx="10515600" cy="1244702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D8FE402-BB37-466C-97E2-5BCA431A3712}">
      <dsp:nvSpPr>
        <dsp:cNvPr id="0" name=""/>
        <dsp:cNvSpPr/>
      </dsp:nvSpPr>
      <dsp:spPr>
        <a:xfrm>
          <a:off x="376522" y="1836468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BF59EE0-85CB-45E2-BD52-935CE8AD0205}">
      <dsp:nvSpPr>
        <dsp:cNvPr id="0" name=""/>
        <dsp:cNvSpPr/>
      </dsp:nvSpPr>
      <dsp:spPr>
        <a:xfrm>
          <a:off x="1437631" y="1556410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300" kern="1200"/>
            <a:t>Vanilla GD: Skalabel, namun boros iterasi tanpa optimasi parameter.</a:t>
          </a:r>
          <a:endParaRPr lang="en-US" sz="2300" kern="1200"/>
        </a:p>
      </dsp:txBody>
      <dsp:txXfrm>
        <a:off x="1437631" y="1556410"/>
        <a:ext cx="9077968" cy="1244702"/>
      </dsp:txXfrm>
    </dsp:sp>
    <dsp:sp modelId="{BF5E431C-B627-469D-90C6-F30ABC6299AA}">
      <dsp:nvSpPr>
        <dsp:cNvPr id="0" name=""/>
        <dsp:cNvSpPr/>
      </dsp:nvSpPr>
      <dsp:spPr>
        <a:xfrm>
          <a:off x="0" y="3112289"/>
          <a:ext cx="10515600" cy="1244702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F307DEC-A87C-4412-AAC0-1BDEBF08EE9F}">
      <dsp:nvSpPr>
        <dsp:cNvPr id="0" name=""/>
        <dsp:cNvSpPr/>
      </dsp:nvSpPr>
      <dsp:spPr>
        <a:xfrm>
          <a:off x="376522" y="3392347"/>
          <a:ext cx="684586" cy="684586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38400CF-2F78-4868-A865-94893234CECE}">
      <dsp:nvSpPr>
        <dsp:cNvPr id="0" name=""/>
        <dsp:cNvSpPr/>
      </dsp:nvSpPr>
      <dsp:spPr>
        <a:xfrm>
          <a:off x="1437631" y="3112289"/>
          <a:ext cx="9077968" cy="124470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1731" tIns="131731" rIns="131731" bIns="131731" numCol="1" spcCol="1270" anchor="ctr" anchorCtr="0">
          <a:noAutofit/>
        </a:bodyPr>
        <a:lstStyle/>
        <a:p>
          <a:pPr marL="0" lvl="0" indent="0" algn="l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MY" sz="2300" kern="1200"/>
            <a:t>Tuned GD: Solusi paling robust—menawarkan stabilitas akurasi, efisiensi konvergensi (early stopping), dan ketahanan pada data multikolinearitas.</a:t>
          </a:r>
          <a:endParaRPr lang="en-US" sz="2300" kern="1200"/>
        </a:p>
      </dsp:txBody>
      <dsp:txXfrm>
        <a:off x="1437631" y="3112289"/>
        <a:ext cx="9077968" cy="124470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LinearBlockProcessNumbered">
  <dgm:title val="Linear Block Process Numbered"/>
  <dgm:desc val="Used to show a progression; a timeline; sequential steps in a task, process, or workflow; or to emphasize movement or direction. Automatic numbers have been introduced to show the steps of the process. Level 1 text and Level 2 text both appears in a rectangle."/>
  <dgm:catLst>
    <dgm:cat type="process" pri="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101" type="sibTrans" cxnId="4">
          <dgm:prSet phldrT="1"/>
          <dgm:t>
            <a:bodyPr/>
            <a:lstStyle/>
            <a:p>
              <a:r>
                <a:t>01</a:t>
              </a:r>
            </a:p>
          </dgm:t>
        </dgm:pt>
        <dgm:pt modelId="201" type="sibTrans" cxnId="5">
          <dgm:prSet phldrT="2"/>
          <dgm:t>
            <a:bodyPr/>
            <a:lstStyle/>
            <a:p>
              <a:r>
                <a:t>02</a:t>
              </a:r>
            </a:p>
          </dgm:t>
        </dgm:pt>
        <dgm:pt modelId="301" type="sibTrans" cxnId="6">
          <dgm:prSet phldrT="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  <dgm:cxn modelId="13" srcId="1" destId="11" srcOrd="0" destOrd="0"/>
        <dgm:cxn modelId="23" srcId="2" destId="21" srcOrd="0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animLvl val="lvl"/>
      <dgm:resizeHandles val="exact"/>
    </dgm:varLst>
    <dgm:alg type="lin">
      <dgm:param type="linDir" val="fromL"/>
      <dgm:param type="nodeVertAlign" val="t"/>
    </dgm:alg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alignNode1">
          <dgm:alg type="sp"/>
          <dgm:shape xmlns:r="http://schemas.openxmlformats.org/officeDocument/2006/relationships" type="rect" r:blip="">
            <dgm:adjLst>
              <dgm:adj idx="1" val="0.05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alignNode1">
            <dgm:varLst>
              <dgm:chMax val="0"/>
              <dgm:bulletEnabled val="1"/>
            </dgm:varLst>
            <dgm:presOf axis="self"/>
            <dgm:alg type="tx">
              <dgm:param type="parTxLTRAlign" val="l"/>
              <dgm:param type="parTxRTLAlign" val="l"/>
            </dgm:alg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28"/>
              <dgm:constr type="rMarg" refType="w" fact="0.28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alignNode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  <dgm:param type="stBulletLvl" val="2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28"/>
            <dgm:constr type="rMarg" refType="w" fact="0.28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049803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948887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561659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23790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94942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7565845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49074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649271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55751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670094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8266165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9E071-56A0-C685-FCDB-030B34E444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MY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F6EBFB1-865E-860F-7B47-56D16FE878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241064-E2E4-6DA9-7731-A6AC4FFBE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03BD5-5682-4159-3047-B299A9AAF7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D640C7-9176-A038-8BD7-EBD5B4656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463191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5EBB20C-CC31-46BD-8C48-C7AC38A28067}" type="datetimeFigureOut">
              <a:rPr lang="en-MY" smtClean="0"/>
              <a:t>13/6/2026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0474E8-103E-4B41-872A-C05E3BBB17E8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5626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" name="Rectangle 44">
            <a:extLst>
              <a:ext uri="{FF2B5EF4-FFF2-40B4-BE49-F238E27FC236}">
                <a16:creationId xmlns:a16="http://schemas.microsoft.com/office/drawing/2014/main" id="{289ED1AA-8684-4D37-B208-8777E1A778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Graphic 33">
            <a:extLst>
              <a:ext uri="{FF2B5EF4-FFF2-40B4-BE49-F238E27FC236}">
                <a16:creationId xmlns:a16="http://schemas.microsoft.com/office/drawing/2014/main" id="{4180E01B-B1F4-437C-807D-1C930718E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310784" y="0"/>
            <a:ext cx="9570431" cy="6858000"/>
          </a:xfrm>
          <a:custGeom>
            <a:avLst/>
            <a:gdLst>
              <a:gd name="connsiteX0" fmla="*/ 7178288 w 7187261"/>
              <a:gd name="connsiteY0" fmla="*/ 2604802 h 5150263"/>
              <a:gd name="connsiteX1" fmla="*/ 7169335 w 7187261"/>
              <a:gd name="connsiteY1" fmla="*/ 2328577 h 5150263"/>
              <a:gd name="connsiteX2" fmla="*/ 7060845 w 7187261"/>
              <a:gd name="connsiteY2" fmla="*/ 1661160 h 5150263"/>
              <a:gd name="connsiteX3" fmla="*/ 6212263 w 7187261"/>
              <a:gd name="connsiteY3" fmla="*/ 243840 h 5150263"/>
              <a:gd name="connsiteX4" fmla="*/ 5953564 w 7187261"/>
              <a:gd name="connsiteY4" fmla="*/ 0 h 5150263"/>
              <a:gd name="connsiteX5" fmla="*/ 1408615 w 7187261"/>
              <a:gd name="connsiteY5" fmla="*/ 0 h 5150263"/>
              <a:gd name="connsiteX6" fmla="*/ 805111 w 7187261"/>
              <a:gd name="connsiteY6" fmla="*/ 676275 h 5150263"/>
              <a:gd name="connsiteX7" fmla="*/ 104928 w 7187261"/>
              <a:gd name="connsiteY7" fmla="*/ 2183035 h 5150263"/>
              <a:gd name="connsiteX8" fmla="*/ 51588 w 7187261"/>
              <a:gd name="connsiteY8" fmla="*/ 2400014 h 5150263"/>
              <a:gd name="connsiteX9" fmla="*/ 41301 w 7187261"/>
              <a:gd name="connsiteY9" fmla="*/ 2424208 h 5150263"/>
              <a:gd name="connsiteX10" fmla="*/ 119692 w 7187261"/>
              <a:gd name="connsiteY10" fmla="*/ 1834801 h 5150263"/>
              <a:gd name="connsiteX11" fmla="*/ 870071 w 7187261"/>
              <a:gd name="connsiteY11" fmla="*/ 462248 h 5150263"/>
              <a:gd name="connsiteX12" fmla="*/ 1389279 w 7187261"/>
              <a:gd name="connsiteY12" fmla="*/ 476 h 5150263"/>
              <a:gd name="connsiteX13" fmla="*/ 1320223 w 7187261"/>
              <a:gd name="connsiteY13" fmla="*/ 476 h 5150263"/>
              <a:gd name="connsiteX14" fmla="*/ 423158 w 7187261"/>
              <a:gd name="connsiteY14" fmla="*/ 989743 h 5150263"/>
              <a:gd name="connsiteX15" fmla="*/ 25585 w 7187261"/>
              <a:gd name="connsiteY15" fmla="*/ 2113693 h 5150263"/>
              <a:gd name="connsiteX16" fmla="*/ 2344 w 7187261"/>
              <a:gd name="connsiteY16" fmla="*/ 2725865 h 5150263"/>
              <a:gd name="connsiteX17" fmla="*/ 447256 w 7187261"/>
              <a:gd name="connsiteY17" fmla="*/ 4210717 h 5150263"/>
              <a:gd name="connsiteX18" fmla="*/ 1138962 w 7187261"/>
              <a:gd name="connsiteY18" fmla="*/ 4988910 h 5150263"/>
              <a:gd name="connsiteX19" fmla="*/ 1348512 w 7187261"/>
              <a:gd name="connsiteY19" fmla="*/ 5146834 h 5150263"/>
              <a:gd name="connsiteX20" fmla="*/ 1422712 w 7187261"/>
              <a:gd name="connsiteY20" fmla="*/ 5146834 h 5150263"/>
              <a:gd name="connsiteX21" fmla="*/ 480594 w 7187261"/>
              <a:gd name="connsiteY21" fmla="*/ 4187952 h 5150263"/>
              <a:gd name="connsiteX22" fmla="*/ 398679 w 7187261"/>
              <a:gd name="connsiteY22" fmla="*/ 4046125 h 5150263"/>
              <a:gd name="connsiteX23" fmla="*/ 411823 w 7187261"/>
              <a:gd name="connsiteY23" fmla="*/ 4053078 h 5150263"/>
              <a:gd name="connsiteX24" fmla="*/ 1439380 w 7187261"/>
              <a:gd name="connsiteY24" fmla="*/ 5147405 h 5150263"/>
              <a:gd name="connsiteX25" fmla="*/ 5710010 w 7187261"/>
              <a:gd name="connsiteY25" fmla="*/ 5150263 h 5150263"/>
              <a:gd name="connsiteX26" fmla="*/ 5999665 w 7187261"/>
              <a:gd name="connsiteY26" fmla="*/ 4910900 h 5150263"/>
              <a:gd name="connsiteX27" fmla="*/ 6954165 w 7187261"/>
              <a:gd name="connsiteY27" fmla="*/ 3545777 h 5150263"/>
              <a:gd name="connsiteX28" fmla="*/ 7137712 w 7187261"/>
              <a:gd name="connsiteY28" fmla="*/ 2799207 h 5150263"/>
              <a:gd name="connsiteX29" fmla="*/ 7142951 w 7187261"/>
              <a:gd name="connsiteY29" fmla="*/ 2754535 h 5150263"/>
              <a:gd name="connsiteX30" fmla="*/ 7149428 w 7187261"/>
              <a:gd name="connsiteY30" fmla="*/ 2774823 h 5150263"/>
              <a:gd name="connsiteX31" fmla="*/ 7066465 w 7187261"/>
              <a:gd name="connsiteY31" fmla="*/ 3465672 h 5150263"/>
              <a:gd name="connsiteX32" fmla="*/ 6452578 w 7187261"/>
              <a:gd name="connsiteY32" fmla="*/ 4552760 h 5150263"/>
              <a:gd name="connsiteX33" fmla="*/ 5752110 w 7187261"/>
              <a:gd name="connsiteY33" fmla="*/ 5150263 h 5150263"/>
              <a:gd name="connsiteX34" fmla="*/ 5827643 w 7187261"/>
              <a:gd name="connsiteY34" fmla="*/ 5150263 h 5150263"/>
              <a:gd name="connsiteX35" fmla="*/ 6642793 w 7187261"/>
              <a:gd name="connsiteY35" fmla="*/ 4389406 h 5150263"/>
              <a:gd name="connsiteX36" fmla="*/ 7102469 w 7187261"/>
              <a:gd name="connsiteY36" fmla="*/ 3490817 h 5150263"/>
              <a:gd name="connsiteX37" fmla="*/ 7187242 w 7187261"/>
              <a:gd name="connsiteY37" fmla="*/ 2990183 h 5150263"/>
              <a:gd name="connsiteX38" fmla="*/ 7178288 w 7187261"/>
              <a:gd name="connsiteY38" fmla="*/ 2604802 h 5150263"/>
              <a:gd name="connsiteX39" fmla="*/ 6342565 w 7187261"/>
              <a:gd name="connsiteY39" fmla="*/ 441389 h 5150263"/>
              <a:gd name="connsiteX40" fmla="*/ 7126567 w 7187261"/>
              <a:gd name="connsiteY40" fmla="*/ 2355056 h 5150263"/>
              <a:gd name="connsiteX41" fmla="*/ 6342565 w 7187261"/>
              <a:gd name="connsiteY41" fmla="*/ 441389 h 51502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7187261" h="5150263">
                <a:moveTo>
                  <a:pt x="7178288" y="2604802"/>
                </a:moveTo>
                <a:cubicBezTo>
                  <a:pt x="7168763" y="2513076"/>
                  <a:pt x="7174478" y="2420684"/>
                  <a:pt x="7169335" y="2328577"/>
                </a:cubicBezTo>
                <a:cubicBezTo>
                  <a:pt x="7156952" y="2102882"/>
                  <a:pt x="7120586" y="1879149"/>
                  <a:pt x="7060845" y="1661160"/>
                </a:cubicBezTo>
                <a:cubicBezTo>
                  <a:pt x="6910588" y="1121007"/>
                  <a:pt x="6617428" y="631374"/>
                  <a:pt x="6212263" y="243840"/>
                </a:cubicBezTo>
                <a:cubicBezTo>
                  <a:pt x="6126538" y="162496"/>
                  <a:pt x="6040813" y="80201"/>
                  <a:pt x="5953564" y="0"/>
                </a:cubicBezTo>
                <a:lnTo>
                  <a:pt x="1408615" y="0"/>
                </a:lnTo>
                <a:cubicBezTo>
                  <a:pt x="1180967" y="200316"/>
                  <a:pt x="978332" y="427387"/>
                  <a:pt x="805111" y="676275"/>
                </a:cubicBezTo>
                <a:cubicBezTo>
                  <a:pt x="481261" y="1136523"/>
                  <a:pt x="252089" y="1640872"/>
                  <a:pt x="104928" y="2183035"/>
                </a:cubicBezTo>
                <a:cubicBezTo>
                  <a:pt x="85878" y="2254853"/>
                  <a:pt x="69495" y="2327720"/>
                  <a:pt x="51588" y="2400014"/>
                </a:cubicBezTo>
                <a:cubicBezTo>
                  <a:pt x="49683" y="2407634"/>
                  <a:pt x="51588" y="2416969"/>
                  <a:pt x="41301" y="2424208"/>
                </a:cubicBezTo>
                <a:cubicBezTo>
                  <a:pt x="45900" y="2225469"/>
                  <a:pt x="72186" y="2027834"/>
                  <a:pt x="119692" y="1834801"/>
                </a:cubicBezTo>
                <a:cubicBezTo>
                  <a:pt x="247993" y="1310926"/>
                  <a:pt x="506121" y="857726"/>
                  <a:pt x="870071" y="462248"/>
                </a:cubicBezTo>
                <a:cubicBezTo>
                  <a:pt x="1027729" y="291823"/>
                  <a:pt x="1201617" y="137169"/>
                  <a:pt x="1389279" y="476"/>
                </a:cubicBezTo>
                <a:lnTo>
                  <a:pt x="1320223" y="476"/>
                </a:lnTo>
                <a:cubicBezTo>
                  <a:pt x="960844" y="274320"/>
                  <a:pt x="656330" y="599123"/>
                  <a:pt x="423158" y="989743"/>
                </a:cubicBezTo>
                <a:cubicBezTo>
                  <a:pt x="215608" y="1337596"/>
                  <a:pt x="80258" y="1711357"/>
                  <a:pt x="25585" y="2113693"/>
                </a:cubicBezTo>
                <a:cubicBezTo>
                  <a:pt x="-2705" y="2316480"/>
                  <a:pt x="-2228" y="2521077"/>
                  <a:pt x="2344" y="2725865"/>
                </a:cubicBezTo>
                <a:cubicBezTo>
                  <a:pt x="14155" y="3261932"/>
                  <a:pt x="170650" y="3754565"/>
                  <a:pt x="447256" y="4210717"/>
                </a:cubicBezTo>
                <a:cubicBezTo>
                  <a:pt x="629851" y="4511612"/>
                  <a:pt x="866356" y="4767167"/>
                  <a:pt x="1138962" y="4988910"/>
                </a:cubicBezTo>
                <a:cubicBezTo>
                  <a:pt x="1207161" y="5044345"/>
                  <a:pt x="1277008" y="5096990"/>
                  <a:pt x="1348512" y="5146834"/>
                </a:cubicBezTo>
                <a:lnTo>
                  <a:pt x="1422712" y="5146834"/>
                </a:lnTo>
                <a:cubicBezTo>
                  <a:pt x="1043426" y="4892802"/>
                  <a:pt x="724720" y="4577334"/>
                  <a:pt x="480594" y="4187952"/>
                </a:cubicBezTo>
                <a:cubicBezTo>
                  <a:pt x="452019" y="4141851"/>
                  <a:pt x="423444" y="4095179"/>
                  <a:pt x="398679" y="4046125"/>
                </a:cubicBezTo>
                <a:cubicBezTo>
                  <a:pt x="407442" y="4043267"/>
                  <a:pt x="409156" y="4048982"/>
                  <a:pt x="411823" y="4053078"/>
                </a:cubicBezTo>
                <a:cubicBezTo>
                  <a:pt x="683572" y="4484656"/>
                  <a:pt x="1033139" y="4842701"/>
                  <a:pt x="1439380" y="5147405"/>
                </a:cubicBezTo>
                <a:lnTo>
                  <a:pt x="5710010" y="5150263"/>
                </a:lnTo>
                <a:cubicBezTo>
                  <a:pt x="5810594" y="5075482"/>
                  <a:pt x="5907272" y="4995587"/>
                  <a:pt x="5999665" y="4910900"/>
                </a:cubicBezTo>
                <a:cubicBezTo>
                  <a:pt x="6418765" y="4526661"/>
                  <a:pt x="6746901" y="4078129"/>
                  <a:pt x="6954165" y="3545777"/>
                </a:cubicBezTo>
                <a:cubicBezTo>
                  <a:pt x="7048234" y="3306175"/>
                  <a:pt x="7109956" y="3055115"/>
                  <a:pt x="7137712" y="2799207"/>
                </a:cubicBezTo>
                <a:cubicBezTo>
                  <a:pt x="7139236" y="2784920"/>
                  <a:pt x="7141046" y="2770632"/>
                  <a:pt x="7142951" y="2754535"/>
                </a:cubicBezTo>
                <a:cubicBezTo>
                  <a:pt x="7151714" y="2760440"/>
                  <a:pt x="7149237" y="2768441"/>
                  <a:pt x="7149428" y="2774823"/>
                </a:cubicBezTo>
                <a:cubicBezTo>
                  <a:pt x="7156743" y="3007967"/>
                  <a:pt x="7128777" y="3240881"/>
                  <a:pt x="7066465" y="3465672"/>
                </a:cubicBezTo>
                <a:cubicBezTo>
                  <a:pt x="6952165" y="3878580"/>
                  <a:pt x="6737948" y="4235863"/>
                  <a:pt x="6452578" y="4552760"/>
                </a:cubicBezTo>
                <a:cubicBezTo>
                  <a:pt x="6244553" y="4783836"/>
                  <a:pt x="6008809" y="4980242"/>
                  <a:pt x="5752110" y="5150263"/>
                </a:cubicBezTo>
                <a:lnTo>
                  <a:pt x="5827643" y="5150263"/>
                </a:lnTo>
                <a:cubicBezTo>
                  <a:pt x="6136539" y="4938904"/>
                  <a:pt x="6412192" y="4689348"/>
                  <a:pt x="6642793" y="4389406"/>
                </a:cubicBezTo>
                <a:cubicBezTo>
                  <a:pt x="6851295" y="4118324"/>
                  <a:pt x="7009125" y="3820859"/>
                  <a:pt x="7102469" y="3490817"/>
                </a:cubicBezTo>
                <a:cubicBezTo>
                  <a:pt x="7148646" y="3327473"/>
                  <a:pt x="7177069" y="3159624"/>
                  <a:pt x="7187242" y="2990183"/>
                </a:cubicBezTo>
                <a:cubicBezTo>
                  <a:pt x="7187623" y="2984087"/>
                  <a:pt x="7182384" y="2642330"/>
                  <a:pt x="7178288" y="2604802"/>
                </a:cubicBezTo>
                <a:close/>
                <a:moveTo>
                  <a:pt x="6342565" y="441389"/>
                </a:moveTo>
                <a:cubicBezTo>
                  <a:pt x="6829797" y="986533"/>
                  <a:pt x="7091135" y="1624422"/>
                  <a:pt x="7126567" y="2355056"/>
                </a:cubicBezTo>
                <a:cubicBezTo>
                  <a:pt x="7001123" y="1661827"/>
                  <a:pt x="6756426" y="1017365"/>
                  <a:pt x="6342565" y="441389"/>
                </a:cubicBezTo>
                <a:close/>
              </a:path>
            </a:pathLst>
          </a:custGeom>
          <a:solidFill>
            <a:schemeClr val="accent2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68E935-760E-3D8C-220A-AEC83E49320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58716" y="955309"/>
            <a:ext cx="7074568" cy="2898975"/>
          </a:xfrm>
        </p:spPr>
        <p:txBody>
          <a:bodyPr>
            <a:normAutofit/>
          </a:bodyPr>
          <a:lstStyle/>
          <a:p>
            <a:r>
              <a:rPr lang="fr-FR" sz="5100" b="1" dirty="0" err="1">
                <a:solidFill>
                  <a:srgbClr val="FFFFFF"/>
                </a:solidFill>
              </a:rPr>
              <a:t>Komparasi</a:t>
            </a:r>
            <a:r>
              <a:rPr lang="fr-FR" sz="5100" b="1" dirty="0">
                <a:solidFill>
                  <a:srgbClr val="FFFFFF"/>
                </a:solidFill>
              </a:rPr>
              <a:t> </a:t>
            </a:r>
            <a:r>
              <a:rPr lang="fr-FR" sz="5100" b="1" dirty="0" err="1">
                <a:solidFill>
                  <a:srgbClr val="FFFFFF"/>
                </a:solidFill>
              </a:rPr>
              <a:t>Regresi</a:t>
            </a:r>
            <a:r>
              <a:rPr lang="fr-FR" sz="5100" b="1" dirty="0">
                <a:solidFill>
                  <a:srgbClr val="FFFFFF"/>
                </a:solidFill>
              </a:rPr>
              <a:t> Linier:</a:t>
            </a:r>
            <a:br>
              <a:rPr lang="fr-FR" sz="5100" b="1" dirty="0">
                <a:solidFill>
                  <a:srgbClr val="FFFFFF"/>
                </a:solidFill>
              </a:rPr>
            </a:br>
            <a:r>
              <a:rPr lang="fr-FR" sz="5100" b="1" dirty="0">
                <a:solidFill>
                  <a:srgbClr val="FFFFFF"/>
                </a:solidFill>
              </a:rPr>
              <a:t> Gradient Descent vs </a:t>
            </a:r>
            <a:br>
              <a:rPr lang="fr-FR" sz="5100" b="1" dirty="0">
                <a:solidFill>
                  <a:srgbClr val="FFFFFF"/>
                </a:solidFill>
              </a:rPr>
            </a:br>
            <a:r>
              <a:rPr lang="fr-FR" sz="5100" b="1" dirty="0">
                <a:solidFill>
                  <a:srgbClr val="FFFFFF"/>
                </a:solidFill>
              </a:rPr>
              <a:t>Normal Equation</a:t>
            </a:r>
            <a:endParaRPr lang="en-MY" sz="5100" b="1" dirty="0">
              <a:solidFill>
                <a:srgbClr val="FFFFFF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F52EF7-0A98-A4DD-905B-7C5BE5DABE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34916" y="4533813"/>
            <a:ext cx="6930189" cy="938463"/>
          </a:xfrm>
        </p:spPr>
        <p:txBody>
          <a:bodyPr>
            <a:normAutofit/>
          </a:bodyPr>
          <a:lstStyle/>
          <a:p>
            <a:r>
              <a:rPr lang="en-MY" b="1">
                <a:solidFill>
                  <a:srgbClr val="FFFFFF"/>
                </a:solidFill>
              </a:rPr>
              <a:t>Dina Diana Tambunan</a:t>
            </a:r>
          </a:p>
        </p:txBody>
      </p:sp>
      <p:sp>
        <p:nvSpPr>
          <p:cNvPr id="49" name="sketch line">
            <a:extLst>
              <a:ext uri="{FF2B5EF4-FFF2-40B4-BE49-F238E27FC236}">
                <a16:creationId xmlns:a16="http://schemas.microsoft.com/office/drawing/2014/main" id="{41F77738-2AF0-4750-A0C7-F97C2C1759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173498"/>
            <a:ext cx="4243589" cy="18288"/>
          </a:xfrm>
          <a:custGeom>
            <a:avLst/>
            <a:gdLst>
              <a:gd name="csX0" fmla="*/ 0 w 4243589"/>
              <a:gd name="csY0" fmla="*/ 0 h 18288"/>
              <a:gd name="csX1" fmla="*/ 563791 w 4243589"/>
              <a:gd name="csY1" fmla="*/ 0 h 18288"/>
              <a:gd name="csX2" fmla="*/ 1042710 w 4243589"/>
              <a:gd name="csY2" fmla="*/ 0 h 18288"/>
              <a:gd name="csX3" fmla="*/ 1564066 w 4243589"/>
              <a:gd name="csY3" fmla="*/ 0 h 18288"/>
              <a:gd name="csX4" fmla="*/ 2212729 w 4243589"/>
              <a:gd name="csY4" fmla="*/ 0 h 18288"/>
              <a:gd name="csX5" fmla="*/ 2776520 w 4243589"/>
              <a:gd name="csY5" fmla="*/ 0 h 18288"/>
              <a:gd name="csX6" fmla="*/ 3297875 w 4243589"/>
              <a:gd name="csY6" fmla="*/ 0 h 18288"/>
              <a:gd name="csX7" fmla="*/ 4243589 w 4243589"/>
              <a:gd name="csY7" fmla="*/ 0 h 18288"/>
              <a:gd name="csX8" fmla="*/ 4243589 w 4243589"/>
              <a:gd name="csY8" fmla="*/ 18288 h 18288"/>
              <a:gd name="csX9" fmla="*/ 3637362 w 4243589"/>
              <a:gd name="csY9" fmla="*/ 18288 h 18288"/>
              <a:gd name="csX10" fmla="*/ 3116007 w 4243589"/>
              <a:gd name="csY10" fmla="*/ 18288 h 18288"/>
              <a:gd name="csX11" fmla="*/ 2424908 w 4243589"/>
              <a:gd name="csY11" fmla="*/ 18288 h 18288"/>
              <a:gd name="csX12" fmla="*/ 1861117 w 4243589"/>
              <a:gd name="csY12" fmla="*/ 18288 h 18288"/>
              <a:gd name="csX13" fmla="*/ 1382198 w 4243589"/>
              <a:gd name="csY13" fmla="*/ 18288 h 18288"/>
              <a:gd name="csX14" fmla="*/ 733535 w 4243589"/>
              <a:gd name="csY14" fmla="*/ 18288 h 18288"/>
              <a:gd name="csX15" fmla="*/ 0 w 4243589"/>
              <a:gd name="csY15" fmla="*/ 18288 h 18288"/>
              <a:gd name="csX16" fmla="*/ 0 w 4243589"/>
              <a:gd name="csY1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41275" cap="rnd">
            <a:solidFill>
              <a:srgbClr val="FFFFFF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9070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56B2C21-A230-48C0-8DF1-C46611373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47E18C-932D-4C95-AABA-FEC7C9499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50CB11-0C61-439E-910F-5787759E72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43F8A58B-5155-44CE-A5FF-7647B47D0A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43F2ACA-E6D6-4028-82DD-F03C262D5D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5" y="1410079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E79CD14-5FCE-3294-9ED0-592DACD9E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6478" y="1683756"/>
            <a:ext cx="3115265" cy="2396359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r"/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Latar Belakang &amp; Masalah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FC01D4BB-B06F-8546-30EF-86CC38264C0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030750118"/>
              </p:ext>
            </p:extLst>
          </p:nvPr>
        </p:nvGraphicFramePr>
        <p:xfrm>
          <a:off x="4905052" y="750440"/>
          <a:ext cx="6666833" cy="54539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57742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4DD2BB9-65E0-6717-6B83-4C36686C1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Kompleksitas Algoritma (Teoritis)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0B7B4BAD-4762-6F41-B228-F4CC146B1C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98214956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993561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8313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AD23E4-E12C-5353-FE40-796CC9D90F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394" y="1070800"/>
            <a:ext cx="3939688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6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Metodologi &amp; Dataset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728053" y="1132114"/>
            <a:ext cx="0" cy="5717573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7EB16B46-159D-EB6D-DB4D-BC494B4FE5B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8762079"/>
              </p:ext>
            </p:extLst>
          </p:nvPr>
        </p:nvGraphicFramePr>
        <p:xfrm>
          <a:off x="5108535" y="1070800"/>
          <a:ext cx="6245265" cy="558934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25587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A84B29-FB03-D5CA-0001-0E732603A9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Hasil Eksperimen &amp; Analisis</a:t>
            </a: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FCA6BF13-BD1D-B0BF-C1FE-D3564332D4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4730547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53005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53B021B3-DE93-4AB7-8A18-CF5F1CED8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AE7CF9-E265-CCE1-6444-AA282D885D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56032"/>
            <a:ext cx="10506456" cy="101498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Kesimpulan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2D502E5-F6B4-4D58-B4AE-FC466FF15E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65953" y="1634502"/>
            <a:ext cx="10451592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ECDBF4-02B6-4BB4-B65B-B8107AD6A9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841248" y="1538176"/>
            <a:ext cx="1873457" cy="10981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Text Placeholder 2">
            <a:extLst>
              <a:ext uri="{FF2B5EF4-FFF2-40B4-BE49-F238E27FC236}">
                <a16:creationId xmlns:a16="http://schemas.microsoft.com/office/drawing/2014/main" id="{9F8653DF-1999-7AD3-CFC6-1DDC6493B9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4445517"/>
              </p:ext>
            </p:extLst>
          </p:nvPr>
        </p:nvGraphicFramePr>
        <p:xfrm>
          <a:off x="838200" y="1926266"/>
          <a:ext cx="10515600" cy="435752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672663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</TotalTime>
  <Words>381</Words>
  <Application>Microsoft Office PowerPoint</Application>
  <PresentationFormat>Widescreen</PresentationFormat>
  <Paragraphs>30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Calibri</vt:lpstr>
      <vt:lpstr>Office Theme</vt:lpstr>
      <vt:lpstr>Komparasi Regresi Linier:  Gradient Descent vs  Normal Equation</vt:lpstr>
      <vt:lpstr>Latar Belakang &amp; Masalah</vt:lpstr>
      <vt:lpstr>Kompleksitas Algoritma (Teoritis)</vt:lpstr>
      <vt:lpstr>Metodologi &amp; Dataset</vt:lpstr>
      <vt:lpstr>Hasil Eksperimen &amp; Analisis</vt:lpstr>
      <vt:lpstr>Kesimpulan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DINA DIANA TAMBUNAN</dc:creator>
  <cp:lastModifiedBy>DINA DIANA TAMBUNAN</cp:lastModifiedBy>
  <cp:revision>6</cp:revision>
  <dcterms:created xsi:type="dcterms:W3CDTF">2026-06-12T17:25:37Z</dcterms:created>
  <dcterms:modified xsi:type="dcterms:W3CDTF">2026-06-12T17:35:15Z</dcterms:modified>
</cp:coreProperties>
</file>